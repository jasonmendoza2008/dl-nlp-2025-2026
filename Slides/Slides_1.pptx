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6" r:id="rId2"/>
    <p:sldId id="262" r:id="rId3"/>
    <p:sldId id="260" r:id="rId4"/>
    <p:sldId id="257" r:id="rId5"/>
    <p:sldId id="327" r:id="rId6"/>
    <p:sldId id="259" r:id="rId7"/>
    <p:sldId id="335" r:id="rId8"/>
    <p:sldId id="336" r:id="rId9"/>
    <p:sldId id="337" r:id="rId10"/>
    <p:sldId id="339" r:id="rId11"/>
    <p:sldId id="261" r:id="rId12"/>
    <p:sldId id="332" r:id="rId13"/>
    <p:sldId id="313" r:id="rId14"/>
    <p:sldId id="312" r:id="rId15"/>
    <p:sldId id="264" r:id="rId16"/>
    <p:sldId id="265" r:id="rId17"/>
    <p:sldId id="266" r:id="rId18"/>
    <p:sldId id="270" r:id="rId19"/>
    <p:sldId id="342" r:id="rId20"/>
    <p:sldId id="341" r:id="rId21"/>
    <p:sldId id="314" r:id="rId22"/>
    <p:sldId id="315" r:id="rId23"/>
    <p:sldId id="344" r:id="rId24"/>
    <p:sldId id="317" r:id="rId25"/>
    <p:sldId id="316" r:id="rId26"/>
    <p:sldId id="318" r:id="rId27"/>
    <p:sldId id="328" r:id="rId28"/>
    <p:sldId id="320" r:id="rId29"/>
    <p:sldId id="321" r:id="rId30"/>
    <p:sldId id="324" r:id="rId31"/>
    <p:sldId id="343" r:id="rId32"/>
    <p:sldId id="340" r:id="rId33"/>
    <p:sldId id="345" r:id="rId34"/>
    <p:sldId id="322" r:id="rId35"/>
    <p:sldId id="331" r:id="rId36"/>
    <p:sldId id="333" r:id="rId37"/>
    <p:sldId id="334" r:id="rId38"/>
    <p:sldId id="346" r:id="rId39"/>
    <p:sldId id="329" r:id="rId40"/>
    <p:sldId id="338" r:id="rId41"/>
    <p:sldId id="330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D645D70D-B345-415C-8209-99C73C3FC8D1}">
          <p14:sldIdLst>
            <p14:sldId id="256"/>
            <p14:sldId id="262"/>
            <p14:sldId id="260"/>
            <p14:sldId id="257"/>
            <p14:sldId id="327"/>
            <p14:sldId id="259"/>
            <p14:sldId id="335"/>
            <p14:sldId id="336"/>
            <p14:sldId id="337"/>
            <p14:sldId id="339"/>
            <p14:sldId id="261"/>
          </p14:sldIdLst>
        </p14:section>
        <p14:section name="Neurones" id="{2060E056-65DF-42C4-8C1D-BF5CA7C6208D}">
          <p14:sldIdLst>
            <p14:sldId id="332"/>
            <p14:sldId id="313"/>
            <p14:sldId id="312"/>
            <p14:sldId id="264"/>
            <p14:sldId id="265"/>
            <p14:sldId id="266"/>
            <p14:sldId id="270"/>
          </p14:sldIdLst>
        </p14:section>
        <p14:section name="Preceptron" id="{511A5E72-58FA-4DD3-A899-47C4E11D36DA}">
          <p14:sldIdLst>
            <p14:sldId id="342"/>
            <p14:sldId id="341"/>
            <p14:sldId id="314"/>
            <p14:sldId id="315"/>
            <p14:sldId id="344"/>
            <p14:sldId id="317"/>
            <p14:sldId id="316"/>
            <p14:sldId id="318"/>
          </p14:sldIdLst>
        </p14:section>
        <p14:section name="Maths" id="{EB53FB21-4207-4AAF-AB29-4B48807D277F}">
          <p14:sldIdLst>
            <p14:sldId id="328"/>
            <p14:sldId id="320"/>
            <p14:sldId id="321"/>
            <p14:sldId id="324"/>
            <p14:sldId id="343"/>
            <p14:sldId id="340"/>
            <p14:sldId id="345"/>
            <p14:sldId id="322"/>
            <p14:sldId id="331"/>
            <p14:sldId id="333"/>
            <p14:sldId id="334"/>
            <p14:sldId id="346"/>
            <p14:sldId id="329"/>
            <p14:sldId id="338"/>
            <p14:sldId id="33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068" autoAdjust="0"/>
  </p:normalViewPr>
  <p:slideViewPr>
    <p:cSldViewPr snapToGrid="0">
      <p:cViewPr varScale="1">
        <p:scale>
          <a:sx n="87" d="100"/>
          <a:sy n="87" d="100"/>
        </p:scale>
        <p:origin x="52" y="1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E44B61-18B9-423A-B94A-A8009807BF2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F3994E-D175-4376-8600-63A26808DC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689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DL = Deep Learning. NLP = Natural </a:t>
            </a:r>
            <a:r>
              <a:rPr lang="fr-FR" dirty="0" err="1"/>
              <a:t>Language</a:t>
            </a:r>
            <a:r>
              <a:rPr lang="fr-FR" dirty="0"/>
              <a:t> </a:t>
            </a:r>
            <a:r>
              <a:rPr lang="fr-FR" dirty="0" err="1"/>
              <a:t>Processing</a:t>
            </a:r>
            <a:r>
              <a:rPr lang="fr-F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8322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C’est</a:t>
            </a:r>
            <a:r>
              <a:rPr lang="en-US" dirty="0"/>
              <a:t> </a:t>
            </a:r>
            <a:r>
              <a:rPr lang="en-US" dirty="0" err="1"/>
              <a:t>amené</a:t>
            </a:r>
            <a:r>
              <a:rPr lang="en-US" dirty="0"/>
              <a:t> à changer un </a:t>
            </a:r>
            <a:r>
              <a:rPr lang="en-US" dirty="0" err="1"/>
              <a:t>tantinet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6324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PyTorch est probablement pas la librairie la plus simple à utiliser mais une des plus répandues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91E321-E828-4AB5-9217-B5CED73FD63E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63631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0" dirty="0"/>
              <a:t>Nous en avons des milliers dans le corps, beaucoup sont dans notre cerveau. Les neurones se transmettent des information grâce à des signaux électriques et chimiques. Il existe des tas de visualisation très jolies sur internet.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A24938-BD76-4D94-ABC1-81818C90BE9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1775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0" dirty="0"/>
              <a:t>Les composants principaux d’un neurone biologique. </a:t>
            </a:r>
            <a:r>
              <a:rPr lang="fr-FR" noProof="0" dirty="0" err="1"/>
              <a:t>Axon</a:t>
            </a:r>
            <a:r>
              <a:rPr lang="fr-FR" noProof="0" dirty="0"/>
              <a:t> pour envoyer un signal, dendrite pour recevoir un signal, et synapse sont des </a:t>
            </a:r>
            <a:r>
              <a:rPr lang="en-GB" dirty="0"/>
              <a:t>zones de communication</a:t>
            </a:r>
            <a:endParaRPr lang="fr-FR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A24938-BD76-4D94-ABC1-81818C90BE9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3123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0" dirty="0"/>
              <a:t>L’intégration synaptique est le processus de transmission des informations d’un neurone à un autre (au niveau biologique).</a:t>
            </a:r>
          </a:p>
          <a:p>
            <a:r>
              <a:rPr lang="fr-FR" noProof="0" dirty="0"/>
              <a:t>Considérons le neurone de droite [montrer]: voyons sous quelles conditions il va transmettre l’information (un signal, une activation).</a:t>
            </a:r>
          </a:p>
          <a:p>
            <a:r>
              <a:rPr lang="fr-FR" noProof="0" dirty="0"/>
              <a:t>Tout d’abord, si un des neurones auquel il est connecté lui envoie un petit signal… [animation] Il ne transmet pas le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A24938-BD76-4D94-ABC1-81818C90BE9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0018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0" dirty="0"/>
              <a:t>Ensuite, si un des neurones auquel il est connecté lui envoie un gros signal… [animation] Il transmet le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A24938-BD76-4D94-ABC1-81818C90BE9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037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0" dirty="0"/>
              <a:t>Mais si plusieurs des neurones auquel il est connecté lui envoient tous un petit signal… [animation] Il transmet le signal!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0" dirty="0"/>
              <a:t>On dit que l’intégration synaptique se fait en puissance et en quantité.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A24938-BD76-4D94-ABC1-81818C90BE9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0623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0" dirty="0"/>
              <a:t>Passons maintenant à la simulation informatique de neurones.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0" dirty="0"/>
              <a:t>(On considère le neurone central)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0" dirty="0"/>
              <a:t>Les connexions entre neurones biologiques se font via des synapses; toutes ne sont pas de la même « qualité » : certaines transmettent très bien les signaux, d’autre beaucoup moins.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0" dirty="0"/>
              <a:t>Nous simulons cela au niveau informatique via des poids.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0" dirty="0"/>
              <a:t>Ensuite, le neurone biologique possède un corps cellulaire, qui décide si oui ou non, il transmet le signal. Ceci est fait au niveau informatique par une « fonction d’agrégat ».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0" dirty="0"/>
              <a:t>Enfin, le neurone biologique a un axone, pour envoyer le signal a un ou plusieurs autres neurones. En informatique, le neurone possède une ou plusieurs sorties.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A24938-BD76-4D94-ABC1-81818C90BE9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3444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Treat each layer as a 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5743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Some neurons may be consistently too large/small, so we add a bias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6312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Need to add complexity: linear transform twice is itself a linear transform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183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non-linear activation function sigma, the complexity of the system can not be simplified to a single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5712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7617-CD7D-8084-B3CC-7BB6D24E8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DB5E21-9240-68E0-4101-669C2CE454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030A01-C251-1567-F79C-8CD5A29953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5DE75F-D64E-F963-743A-AFF5D28378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1939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714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D6DA3-109D-0D3F-F823-8973C413A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44FF4E-A548-4D7B-1157-3CF4BE1474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2CF6B4-AB7E-AAB1-CF1C-19F9A87BD4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C050E-DB98-99C1-FE64-BB1A539EC4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7311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chain rule, we step by step calculate the derivative of the error function in terms of all intermediate variables.</a:t>
            </a:r>
          </a:p>
          <a:p>
            <a:r>
              <a:rPr lang="en-US" dirty="0"/>
              <a:t>Then, we use gradient descent to update all parameters.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977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update the parameters by subtracting the gradient, times the learning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9743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0" i="0" dirty="0">
                <a:solidFill>
                  <a:srgbClr val="D1D5DB"/>
                </a:solidFill>
                <a:effectLst/>
                <a:latin typeface="Söhne"/>
              </a:rPr>
              <a:t>Quelle fonction d'activation devrait être utilisée ? Eh bien, si vous traitez une régression logistique binaire (est-ce un cancer ou pas), vous voulez des valeurs de sortie entre 0 et 1, donc la fonction d'activation de la dernière couche sera </a:t>
            </a:r>
            <a:r>
              <a:rPr lang="fr-FR" b="0" i="0" dirty="0" err="1">
                <a:solidFill>
                  <a:srgbClr val="D1D5DB"/>
                </a:solidFill>
                <a:effectLst/>
                <a:latin typeface="Söhne"/>
              </a:rPr>
              <a:t>sigm</a:t>
            </a:r>
            <a:r>
              <a:rPr lang="fr-FR" b="0" i="0" dirty="0">
                <a:solidFill>
                  <a:srgbClr val="D1D5DB"/>
                </a:solidFill>
                <a:effectLst/>
                <a:latin typeface="Söhne"/>
              </a:rPr>
              <a:t>. Si vous voulez prédire le prix d'une action, vous voudrez peut-être utiliser relu sur la dernière couche car vous voulez des valeurs de sortie dans R+. Pour les fonctions d’activation sur les couches cachées, il y a un certain nombre de règles qui existent mais le plus facile est de former le réseau avec certaines fonctions d'activation, de les changer et de voir si votre </a:t>
            </a:r>
            <a:r>
              <a:rPr lang="fr-FR" b="0" i="0" dirty="0" err="1">
                <a:solidFill>
                  <a:srgbClr val="D1D5DB"/>
                </a:solidFill>
                <a:effectLst/>
                <a:latin typeface="Söhne"/>
              </a:rPr>
              <a:t>loss</a:t>
            </a:r>
            <a:r>
              <a:rPr lang="fr-FR" b="0" i="0" dirty="0">
                <a:solidFill>
                  <a:srgbClr val="D1D5DB"/>
                </a:solidFill>
                <a:effectLst/>
                <a:latin typeface="Söhne"/>
              </a:rPr>
              <a:t> diminue. Si c’est le cas, garder les nouvelles fonctions d’activation, sinon garder les anciennes. En gros, le choix de la fonction d'activation à utiliser est un hyperparamètre (si vous ne savez pas ce qu’est un hyperparamètre j’explique dans quelques slides).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737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30AC7-83BF-010C-989A-2AA030AEB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59845B-B190-FF57-0DDA-274DC943CF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DF6D90-72DE-BA39-9CD0-A3003112D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Non monotone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35FF3-FB88-7377-370B-232490BA53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053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that in reality, x and y are also multi-dimensional vectors, but all the math remains the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47732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1550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</a:t>
            </a:r>
            <a:r>
              <a:rPr lang="en-US" dirty="0" err="1"/>
              <a:t>dérivées</a:t>
            </a:r>
            <a:r>
              <a:rPr lang="en-US" dirty="0"/>
              <a:t> finales que </a:t>
            </a:r>
            <a:r>
              <a:rPr lang="en-US" dirty="0" err="1"/>
              <a:t>l’on</a:t>
            </a:r>
            <a:r>
              <a:rPr lang="en-US" dirty="0"/>
              <a:t> </a:t>
            </a:r>
            <a:r>
              <a:rPr lang="en-US" dirty="0" err="1"/>
              <a:t>veut</a:t>
            </a:r>
            <a:r>
              <a:rPr lang="en-US" dirty="0"/>
              <a:t> </a:t>
            </a:r>
            <a:r>
              <a:rPr lang="en-US" dirty="0" err="1"/>
              <a:t>calculer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</a:t>
            </a:r>
            <a:r>
              <a:rPr lang="en-US" dirty="0" err="1"/>
              <a:t>sont</a:t>
            </a:r>
            <a:r>
              <a:rPr lang="en-US" dirty="0"/>
              <a:t> par rapport à a et b, </a:t>
            </a:r>
            <a:r>
              <a:rPr lang="en-US" dirty="0" err="1"/>
              <a:t>parce</a:t>
            </a:r>
            <a:r>
              <a:rPr lang="en-US" dirty="0"/>
              <a:t> que </a:t>
            </a:r>
            <a:r>
              <a:rPr lang="en-US" dirty="0" err="1"/>
              <a:t>ce</a:t>
            </a:r>
            <a:r>
              <a:rPr lang="en-US" dirty="0"/>
              <a:t> </a:t>
            </a:r>
            <a:r>
              <a:rPr lang="en-US" dirty="0" err="1"/>
              <a:t>sont</a:t>
            </a:r>
            <a:r>
              <a:rPr lang="en-US" dirty="0"/>
              <a:t> a et b </a:t>
            </a:r>
            <a:r>
              <a:rPr lang="en-US" dirty="0" err="1"/>
              <a:t>qu’on</a:t>
            </a:r>
            <a:r>
              <a:rPr lang="en-US" dirty="0"/>
              <a:t> </a:t>
            </a:r>
            <a:r>
              <a:rPr lang="en-US" dirty="0" err="1"/>
              <a:t>veut</a:t>
            </a:r>
            <a:r>
              <a:rPr lang="en-US" dirty="0"/>
              <a:t> faire </a:t>
            </a:r>
            <a:r>
              <a:rPr lang="en-US" dirty="0" err="1"/>
              <a:t>bouger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We consider the simplest possible case: 1D x, 1D y, and no activation function.</a:t>
            </a:r>
          </a:p>
          <a:p>
            <a:r>
              <a:rPr lang="en-US" dirty="0"/>
              <a:t>Note that this is in fact just a linear model.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619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51887-7E8F-7028-0651-77E8008023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0CAFA0-78FA-4FB1-66DC-99C8261DAE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AA4C0D-5891-D99D-62BF-35FA7ED4F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1C1B9-70B4-400C-AC67-5DE17C5E6DB3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D3D25-0371-60E9-A0DF-6B840CDBA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8B3EA-73B4-68FB-19A1-6E277E594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F27D6-35EF-4367-8245-D55B5A84D4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737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A3456-AA2C-8995-87C0-4D5618DF3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EE795-B006-7B3F-CF41-C636EDD90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A437BC-6EBE-0088-647B-DBD82F676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1C1B9-70B4-400C-AC67-5DE17C5E6DB3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EBA408-5A36-99DD-A3CD-EDD4749B1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F247B8-64ED-2CE1-9416-75C45F33F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F27D6-35EF-4367-8245-D55B5A84D4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6256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06DC0-DAD4-7AFA-1AC3-D1C26CACA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73D32B-63EC-7205-4F38-12C5A0A114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3E72F8-E260-7CFF-6589-98C29E937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1C1B9-70B4-400C-AC67-5DE17C5E6DB3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1E631-1B9F-7176-61B0-571A94E56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C63C86-45ED-0175-4848-5CBED70DB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F27D6-35EF-4367-8245-D55B5A84D4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596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133EF-759F-6D7E-6CC5-B8170C18E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968E1-1462-1F1C-318C-E2CA0E5907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D2F854-7153-9882-077F-1A6AE3673D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80E76D-C3A1-4394-1EBF-5D9621728E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1C1B9-70B4-400C-AC67-5DE17C5E6DB3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EFD164-314A-FE4F-F05F-92FCBA141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86AB43-00F3-B161-E4E3-3D9658095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F27D6-35EF-4367-8245-D55B5A84D4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410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C5492-13C2-524A-CC6A-D27FDC75B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FAF998-E436-FD8A-0E74-CE1BDF9E91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A1D319-ED22-489C-20A3-0EB31BB807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42F890-82AC-EC1B-5569-1FD910DCC1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C8C923-0E14-7580-1660-082C7B7F02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6A30DBB-13B2-9975-CEA8-4A9D0454F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1C1B9-70B4-400C-AC67-5DE17C5E6DB3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52CBC8-99FA-E2D3-8256-DF2C631CB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B9994E-307F-46BA-5327-BE231A59C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F27D6-35EF-4367-8245-D55B5A84D4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969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DE53D-6E63-B157-85D0-6FA8734B7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59100C-5BEC-8861-E35A-93DD0F682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1C1B9-70B4-400C-AC67-5DE17C5E6DB3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17D020-32D2-7CD3-C2D3-DF7996A71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8301A7-29C6-4D3D-446F-09EB56AC6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F27D6-35EF-4367-8245-D55B5A84D4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277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5C1C30-4C3D-CA88-95D6-A27A7E874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1C1B9-70B4-400C-AC67-5DE17C5E6DB3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E6EF6C-7BE1-FFC6-0163-1D6B1FE37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FD4149-1846-383A-4011-D2C809CE6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F27D6-35EF-4367-8245-D55B5A84D4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25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985FC-D7EB-7A2A-806C-D7AA470C8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DAD49-4B7B-8D1E-144E-C54C84B4A5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C9F0-12B3-CB00-A64A-F9673C4AF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81FC16-5F2A-E16B-3E78-2EF2FDBB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1C1B9-70B4-400C-AC67-5DE17C5E6DB3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47A375-6DCE-6E40-85C0-D887915DE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8B7B0B-3B2C-795B-5927-D4B2D22AC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F27D6-35EF-4367-8245-D55B5A84D4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458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F9E2F-6050-8293-BBFE-DFAED3AFF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04CB44-0AF7-226E-0CA3-E6BF3A2D09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A94853-CAC5-69A4-A0FE-2D8084B80E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DFA7D2-3A3E-78EB-BA29-6B876F25D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1C1B9-70B4-400C-AC67-5DE17C5E6DB3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21ADD6-D9CF-0EB1-202D-981D56CBA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759676-C264-26E2-3F88-A00F92EC8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F27D6-35EF-4367-8245-D55B5A84D4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3651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4E796-1D04-A38A-27AF-C2B36ECDF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20AB2D-674F-05D1-BB79-E97350F325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CE273-861E-4195-F62F-08411B051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1C1B9-70B4-400C-AC67-5DE17C5E6DB3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2419E7-9AB1-6D11-5775-14CA4C884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5F903-591A-2C38-A52A-EEABAC2E8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F27D6-35EF-4367-8245-D55B5A84D4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354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001D44-D3BD-9F28-EBA8-CDEF6FFA5E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F35691-C0EA-822B-2B8B-7B7D9FF913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14D57-5DF2-E2FE-62B0-282D5D533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1C1B9-70B4-400C-AC67-5DE17C5E6DB3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9299FC-80E4-E8B9-1087-4D00E2C51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D29A3-B24E-407B-E7EA-20A608E21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F27D6-35EF-4367-8245-D55B5A84D4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59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35086F8-B621-D4A4-99FB-56946875D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5853BE-7FCF-527E-90BA-46E9DC434D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EA6A27-CD9D-8057-71A8-B86E0A958B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F1C1B9-70B4-400C-AC67-5DE17C5E6DB3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91EFE1-4967-5D52-7CFE-66BA10364F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56502-8743-D7D8-402E-94264E393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CF27D6-35EF-4367-8245-D55B5A84D4E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51137B-EDC4-58E4-C515-63607692CD8B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43338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748835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JasonMendoza2008/DL-NLP-2025-2026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10.png"/><Relationship Id="rId5" Type="http://schemas.openxmlformats.org/officeDocument/2006/relationships/image" Target="../media/image5.png"/><Relationship Id="rId4" Type="http://schemas.openxmlformats.org/officeDocument/2006/relationships/image" Target="../media/image4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10.png"/><Relationship Id="rId5" Type="http://schemas.openxmlformats.org/officeDocument/2006/relationships/image" Target="../media/image5.png"/><Relationship Id="rId4" Type="http://schemas.openxmlformats.org/officeDocument/2006/relationships/image" Target="../media/image4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10.png"/><Relationship Id="rId5" Type="http://schemas.openxmlformats.org/officeDocument/2006/relationships/image" Target="../media/image5.png"/><Relationship Id="rId4" Type="http://schemas.openxmlformats.org/officeDocument/2006/relationships/image" Target="../media/image4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3" Type="http://schemas.openxmlformats.org/officeDocument/2006/relationships/image" Target="../media/image230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0.png"/><Relationship Id="rId11" Type="http://schemas.openxmlformats.org/officeDocument/2006/relationships/image" Target="../media/image31.png"/><Relationship Id="rId5" Type="http://schemas.openxmlformats.org/officeDocument/2006/relationships/image" Target="../media/image250.png"/><Relationship Id="rId15" Type="http://schemas.openxmlformats.org/officeDocument/2006/relationships/image" Target="../media/image35.png"/><Relationship Id="rId10" Type="http://schemas.openxmlformats.org/officeDocument/2006/relationships/image" Target="../media/image30.png"/><Relationship Id="rId4" Type="http://schemas.openxmlformats.org/officeDocument/2006/relationships/image" Target="../media/image240.png"/><Relationship Id="rId9" Type="http://schemas.openxmlformats.org/officeDocument/2006/relationships/image" Target="../media/image29.png"/><Relationship Id="rId14" Type="http://schemas.openxmlformats.org/officeDocument/2006/relationships/image" Target="../media/image34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7.png"/><Relationship Id="rId18" Type="http://schemas.openxmlformats.org/officeDocument/2006/relationships/image" Target="../media/image42.png"/><Relationship Id="rId3" Type="http://schemas.openxmlformats.org/officeDocument/2006/relationships/image" Target="../media/image230.png"/><Relationship Id="rId7" Type="http://schemas.openxmlformats.org/officeDocument/2006/relationships/image" Target="../media/image27.pn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4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0.png"/><Relationship Id="rId11" Type="http://schemas.openxmlformats.org/officeDocument/2006/relationships/image" Target="../media/image31.png"/><Relationship Id="rId5" Type="http://schemas.openxmlformats.org/officeDocument/2006/relationships/image" Target="../media/image250.png"/><Relationship Id="rId15" Type="http://schemas.openxmlformats.org/officeDocument/2006/relationships/image" Target="../media/image39.png"/><Relationship Id="rId10" Type="http://schemas.openxmlformats.org/officeDocument/2006/relationships/image" Target="../media/image30.png"/><Relationship Id="rId4" Type="http://schemas.openxmlformats.org/officeDocument/2006/relationships/image" Target="../media/image240.png"/><Relationship Id="rId9" Type="http://schemas.openxmlformats.org/officeDocument/2006/relationships/image" Target="../media/image29.png"/><Relationship Id="rId1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7.png"/><Relationship Id="rId18" Type="http://schemas.openxmlformats.org/officeDocument/2006/relationships/image" Target="../media/image46.png"/><Relationship Id="rId3" Type="http://schemas.openxmlformats.org/officeDocument/2006/relationships/image" Target="../media/image230.png"/><Relationship Id="rId7" Type="http://schemas.openxmlformats.org/officeDocument/2006/relationships/image" Target="../media/image27.png"/><Relationship Id="rId12" Type="http://schemas.openxmlformats.org/officeDocument/2006/relationships/image" Target="../media/image36.png"/><Relationship Id="rId17" Type="http://schemas.openxmlformats.org/officeDocument/2006/relationships/image" Target="../media/image45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0.png"/><Relationship Id="rId11" Type="http://schemas.openxmlformats.org/officeDocument/2006/relationships/image" Target="../media/image31.png"/><Relationship Id="rId5" Type="http://schemas.openxmlformats.org/officeDocument/2006/relationships/image" Target="../media/image250.png"/><Relationship Id="rId15" Type="http://schemas.openxmlformats.org/officeDocument/2006/relationships/image" Target="../media/image43.png"/><Relationship Id="rId10" Type="http://schemas.openxmlformats.org/officeDocument/2006/relationships/image" Target="../media/image30.png"/><Relationship Id="rId4" Type="http://schemas.openxmlformats.org/officeDocument/2006/relationships/image" Target="../media/image240.png"/><Relationship Id="rId9" Type="http://schemas.openxmlformats.org/officeDocument/2006/relationships/image" Target="../media/image29.png"/><Relationship Id="rId14" Type="http://schemas.openxmlformats.org/officeDocument/2006/relationships/image" Target="../media/image38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7.png"/><Relationship Id="rId18" Type="http://schemas.openxmlformats.org/officeDocument/2006/relationships/image" Target="../media/image46.png"/><Relationship Id="rId3" Type="http://schemas.openxmlformats.org/officeDocument/2006/relationships/image" Target="../media/image230.png"/><Relationship Id="rId7" Type="http://schemas.openxmlformats.org/officeDocument/2006/relationships/image" Target="../media/image27.png"/><Relationship Id="rId12" Type="http://schemas.openxmlformats.org/officeDocument/2006/relationships/image" Target="../media/image36.png"/><Relationship Id="rId17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0.png"/><Relationship Id="rId11" Type="http://schemas.openxmlformats.org/officeDocument/2006/relationships/image" Target="../media/image31.png"/><Relationship Id="rId5" Type="http://schemas.openxmlformats.org/officeDocument/2006/relationships/image" Target="../media/image250.png"/><Relationship Id="rId15" Type="http://schemas.openxmlformats.org/officeDocument/2006/relationships/image" Target="../media/image43.png"/><Relationship Id="rId10" Type="http://schemas.openxmlformats.org/officeDocument/2006/relationships/image" Target="../media/image30.png"/><Relationship Id="rId4" Type="http://schemas.openxmlformats.org/officeDocument/2006/relationships/image" Target="../media/image240.png"/><Relationship Id="rId9" Type="http://schemas.openxmlformats.org/officeDocument/2006/relationships/image" Target="../media/image29.png"/><Relationship Id="rId14" Type="http://schemas.openxmlformats.org/officeDocument/2006/relationships/image" Target="../media/image3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4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7.png"/><Relationship Id="rId18" Type="http://schemas.openxmlformats.org/officeDocument/2006/relationships/image" Target="../media/image44.png"/><Relationship Id="rId26" Type="http://schemas.openxmlformats.org/officeDocument/2006/relationships/image" Target="../media/image52.png"/><Relationship Id="rId3" Type="http://schemas.openxmlformats.org/officeDocument/2006/relationships/image" Target="../media/image230.png"/><Relationship Id="rId21" Type="http://schemas.openxmlformats.org/officeDocument/2006/relationships/image" Target="../media/image50.png"/><Relationship Id="rId7" Type="http://schemas.openxmlformats.org/officeDocument/2006/relationships/image" Target="../media/image27.png"/><Relationship Id="rId12" Type="http://schemas.openxmlformats.org/officeDocument/2006/relationships/image" Target="../media/image36.png"/><Relationship Id="rId17" Type="http://schemas.openxmlformats.org/officeDocument/2006/relationships/image" Target="../media/image43.png"/><Relationship Id="rId25" Type="http://schemas.openxmlformats.org/officeDocument/2006/relationships/image" Target="../media/image51.png"/><Relationship Id="rId2" Type="http://schemas.openxmlformats.org/officeDocument/2006/relationships/notesSlide" Target="../notesSlides/notesSlide17.xml"/><Relationship Id="rId20" Type="http://schemas.openxmlformats.org/officeDocument/2006/relationships/image" Target="../media/image4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0.png"/><Relationship Id="rId11" Type="http://schemas.openxmlformats.org/officeDocument/2006/relationships/image" Target="../media/image31.png"/><Relationship Id="rId24" Type="http://schemas.openxmlformats.org/officeDocument/2006/relationships/image" Target="../media/image48.png"/><Relationship Id="rId5" Type="http://schemas.openxmlformats.org/officeDocument/2006/relationships/image" Target="../media/image250.png"/><Relationship Id="rId15" Type="http://schemas.openxmlformats.org/officeDocument/2006/relationships/image" Target="../media/image470.png"/><Relationship Id="rId23" Type="http://schemas.openxmlformats.org/officeDocument/2006/relationships/image" Target="../media/image26.png"/><Relationship Id="rId10" Type="http://schemas.openxmlformats.org/officeDocument/2006/relationships/image" Target="../media/image30.png"/><Relationship Id="rId19" Type="http://schemas.openxmlformats.org/officeDocument/2006/relationships/image" Target="../media/image45.png"/><Relationship Id="rId4" Type="http://schemas.openxmlformats.org/officeDocument/2006/relationships/image" Target="../media/image240.png"/><Relationship Id="rId9" Type="http://schemas.openxmlformats.org/officeDocument/2006/relationships/image" Target="../media/image29.png"/><Relationship Id="rId14" Type="http://schemas.openxmlformats.org/officeDocument/2006/relationships/image" Target="../media/image38.png"/><Relationship Id="rId22" Type="http://schemas.openxmlformats.org/officeDocument/2006/relationships/image" Target="../media/image25.png"/><Relationship Id="rId27" Type="http://schemas.openxmlformats.org/officeDocument/2006/relationships/image" Target="../media/image53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7.png"/><Relationship Id="rId18" Type="http://schemas.openxmlformats.org/officeDocument/2006/relationships/image" Target="../media/image45.png"/><Relationship Id="rId3" Type="http://schemas.openxmlformats.org/officeDocument/2006/relationships/image" Target="../media/image230.png"/><Relationship Id="rId21" Type="http://schemas.openxmlformats.org/officeDocument/2006/relationships/image" Target="../media/image57.png"/><Relationship Id="rId7" Type="http://schemas.openxmlformats.org/officeDocument/2006/relationships/image" Target="../media/image27.png"/><Relationship Id="rId12" Type="http://schemas.openxmlformats.org/officeDocument/2006/relationships/image" Target="../media/image36.png"/><Relationship Id="rId17" Type="http://schemas.openxmlformats.org/officeDocument/2006/relationships/image" Target="../media/image44.png"/><Relationship Id="rId2" Type="http://schemas.openxmlformats.org/officeDocument/2006/relationships/notesSlide" Target="../notesSlides/notesSlide18.xml"/><Relationship Id="rId16" Type="http://schemas.openxmlformats.org/officeDocument/2006/relationships/image" Target="../media/image43.png"/><Relationship Id="rId20" Type="http://schemas.openxmlformats.org/officeDocument/2006/relationships/image" Target="../media/image5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0.png"/><Relationship Id="rId11" Type="http://schemas.openxmlformats.org/officeDocument/2006/relationships/image" Target="../media/image31.png"/><Relationship Id="rId5" Type="http://schemas.openxmlformats.org/officeDocument/2006/relationships/image" Target="../media/image250.png"/><Relationship Id="rId15" Type="http://schemas.openxmlformats.org/officeDocument/2006/relationships/image" Target="../media/image550.png"/><Relationship Id="rId23" Type="http://schemas.openxmlformats.org/officeDocument/2006/relationships/image" Target="../media/image59.png"/><Relationship Id="rId10" Type="http://schemas.openxmlformats.org/officeDocument/2006/relationships/image" Target="../media/image30.png"/><Relationship Id="rId19" Type="http://schemas.openxmlformats.org/officeDocument/2006/relationships/image" Target="../media/image46.png"/><Relationship Id="rId4" Type="http://schemas.openxmlformats.org/officeDocument/2006/relationships/image" Target="../media/image240.png"/><Relationship Id="rId9" Type="http://schemas.openxmlformats.org/officeDocument/2006/relationships/image" Target="../media/image29.png"/><Relationship Id="rId14" Type="http://schemas.openxmlformats.org/officeDocument/2006/relationships/image" Target="../media/image38.png"/><Relationship Id="rId22" Type="http://schemas.openxmlformats.org/officeDocument/2006/relationships/image" Target="../media/image58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69.png"/><Relationship Id="rId3" Type="http://schemas.openxmlformats.org/officeDocument/2006/relationships/image" Target="../media/image600.png"/><Relationship Id="rId7" Type="http://schemas.openxmlformats.org/officeDocument/2006/relationships/image" Target="../media/image64.png"/><Relationship Id="rId12" Type="http://schemas.openxmlformats.org/officeDocument/2006/relationships/image" Target="../media/image6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3.png"/><Relationship Id="rId11" Type="http://schemas.openxmlformats.org/officeDocument/2006/relationships/image" Target="../media/image70.png"/><Relationship Id="rId5" Type="http://schemas.openxmlformats.org/officeDocument/2006/relationships/image" Target="../media/image62.png"/><Relationship Id="rId15" Type="http://schemas.openxmlformats.org/officeDocument/2006/relationships/image" Target="../media/image73.png"/><Relationship Id="rId10" Type="http://schemas.openxmlformats.org/officeDocument/2006/relationships/image" Target="../media/image66.png"/><Relationship Id="rId4" Type="http://schemas.openxmlformats.org/officeDocument/2006/relationships/image" Target="../media/image611.png"/><Relationship Id="rId9" Type="http://schemas.openxmlformats.org/officeDocument/2006/relationships/image" Target="../media/image68.png"/><Relationship Id="rId14" Type="http://schemas.openxmlformats.org/officeDocument/2006/relationships/image" Target="../media/image7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02599-69A8-2CFA-B0AC-DEA01F9D4B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DL</a:t>
            </a:r>
            <a:r>
              <a:rPr lang="fr-FR" dirty="0"/>
              <a:t> &amp; NLP pour le diagnostic 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85CC1D-D371-8909-24F4-A6AAEE0D98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Romain Lhotte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CentraleSupélec</a:t>
            </a:r>
          </a:p>
        </p:txBody>
      </p:sp>
    </p:spTree>
    <p:extLst>
      <p:ext uri="{BB962C8B-B14F-4D97-AF65-F5344CB8AC3E}">
        <p14:creationId xmlns:p14="http://schemas.microsoft.com/office/powerpoint/2010/main" val="4143602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981BD-9D85-8D3A-FB77-83B52F399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15CE0-EA97-A83A-443C-460E479D51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Lectures: 10 * 3h sessions</a:t>
            </a:r>
          </a:p>
          <a:p>
            <a:pPr lvl="1"/>
            <a:r>
              <a:rPr lang="en-US" dirty="0"/>
              <a:t>1h30 theory</a:t>
            </a:r>
          </a:p>
          <a:p>
            <a:pPr lvl="1"/>
            <a:r>
              <a:rPr lang="en-US" dirty="0"/>
              <a:t>1/4</a:t>
            </a:r>
            <a:r>
              <a:rPr lang="en-US" baseline="30000" dirty="0"/>
              <a:t>th</a:t>
            </a:r>
            <a:r>
              <a:rPr lang="en-US" dirty="0"/>
              <a:t>h break</a:t>
            </a:r>
          </a:p>
          <a:p>
            <a:pPr lvl="1"/>
            <a:r>
              <a:rPr lang="en-US" dirty="0"/>
              <a:t>1h30 practice (with Thomas Menard and me)</a:t>
            </a:r>
          </a:p>
          <a:p>
            <a:r>
              <a:rPr lang="en-US" dirty="0"/>
              <a:t>Examination:</a:t>
            </a:r>
          </a:p>
          <a:p>
            <a:pPr lvl="1"/>
            <a:r>
              <a:rPr lang="en-US" dirty="0"/>
              <a:t>2 Simple Kaggle challenges </a:t>
            </a:r>
          </a:p>
          <a:p>
            <a:pPr lvl="1"/>
            <a:r>
              <a:rPr lang="en-US" dirty="0"/>
              <a:t>One Intermediate Kaggle-like challenge</a:t>
            </a:r>
          </a:p>
          <a:p>
            <a:pPr lvl="1"/>
            <a:r>
              <a:rPr lang="en-US" dirty="0"/>
              <a:t>One short oral exam asking questions about the code you used for those three challenges</a:t>
            </a:r>
          </a:p>
        </p:txBody>
      </p:sp>
    </p:spTree>
    <p:extLst>
      <p:ext uri="{BB962C8B-B14F-4D97-AF65-F5344CB8AC3E}">
        <p14:creationId xmlns:p14="http://schemas.microsoft.com/office/powerpoint/2010/main" val="31716977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8A90D-BA46-BD17-D436-F1A277D80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Outline of the 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9EB113-0001-4F6E-5D1E-9CD399E329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338" y="1639881"/>
            <a:ext cx="11057323" cy="476727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fr-FR" sz="2100" b="1" dirty="0"/>
              <a:t>Introduction to Deep Learning.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100" dirty="0" err="1"/>
              <a:t>PyTorch</a:t>
            </a:r>
            <a:r>
              <a:rPr lang="fr-FR" sz="2100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100" dirty="0"/>
              <a:t>Optimizers review. Types of Machine Learning problems and their losses.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100" dirty="0"/>
              <a:t>Layers Types 1 (linear: width vs depth).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100" dirty="0"/>
              <a:t>Layers Types 2 (conv, pooling). Miscellaneous stuff.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100" dirty="0"/>
              <a:t>Architectures (RNN) &amp; Transfer Learning.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100" dirty="0"/>
              <a:t>Practical Exercises.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100" dirty="0"/>
              <a:t>Attention. Transformers.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100" dirty="0"/>
              <a:t>Stable Diffusion. Text Generation. </a:t>
            </a:r>
            <a:r>
              <a:rPr lang="en-GB" sz="2100" dirty="0"/>
              <a:t>Low-Rank Adaptation of Large Language Models.</a:t>
            </a:r>
            <a:endParaRPr lang="en-US" sz="2100" dirty="0"/>
          </a:p>
          <a:p>
            <a:pPr marL="514350" indent="-514350">
              <a:buFont typeface="+mj-lt"/>
              <a:buAutoNum type="arabicPeriod"/>
            </a:pPr>
            <a:r>
              <a:rPr lang="en-US" sz="2100" dirty="0"/>
              <a:t>Exam.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52B212-0627-683A-656B-8C219C7F0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907AF-DE14-43E4-8775-BF773A2DF3A5}" type="slidenum">
              <a:rPr lang="fr-FR" smtClean="0"/>
              <a:t>3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57995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8669F-BD7D-24B5-B17D-06D7EE69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5B47E-41AE-4650-A59D-8A914E23EC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When</a:t>
            </a:r>
            <a:r>
              <a:rPr lang="fr-FR" dirty="0"/>
              <a:t> and </a:t>
            </a:r>
            <a:r>
              <a:rPr lang="fr-FR" dirty="0" err="1"/>
              <a:t>where</a:t>
            </a:r>
            <a:r>
              <a:rPr lang="fr-FR" dirty="0"/>
              <a:t> </a:t>
            </a:r>
            <a:r>
              <a:rPr lang="fr-FR" dirty="0" err="1"/>
              <a:t>should</a:t>
            </a:r>
            <a:r>
              <a:rPr lang="fr-FR" dirty="0"/>
              <a:t> DL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used</a:t>
            </a:r>
            <a:r>
              <a:rPr lang="fr-FR" dirty="0"/>
              <a:t>. </a:t>
            </a:r>
          </a:p>
          <a:p>
            <a:pPr lvl="1"/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subranch</a:t>
            </a:r>
            <a:r>
              <a:rPr lang="fr-FR" dirty="0"/>
              <a:t> of DL </a:t>
            </a:r>
            <a:r>
              <a:rPr lang="fr-FR" dirty="0" err="1"/>
              <a:t>should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used</a:t>
            </a:r>
            <a:r>
              <a:rPr lang="fr-FR" dirty="0"/>
              <a:t>.</a:t>
            </a:r>
          </a:p>
          <a:p>
            <a:r>
              <a:rPr lang="fr-FR" dirty="0"/>
              <a:t>How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works</a:t>
            </a:r>
            <a:endParaRPr lang="fr-FR" dirty="0"/>
          </a:p>
          <a:p>
            <a:r>
              <a:rPr lang="fr-FR" dirty="0"/>
              <a:t>How to </a:t>
            </a:r>
            <a:r>
              <a:rPr lang="fr-FR" dirty="0" err="1"/>
              <a:t>implement</a:t>
            </a:r>
            <a:r>
              <a:rPr lang="fr-FR" dirty="0"/>
              <a:t> </a:t>
            </a:r>
            <a:r>
              <a:rPr lang="fr-FR" dirty="0" err="1"/>
              <a:t>it</a:t>
            </a:r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F043C7-0648-4884-FD5B-8AC8F3FFD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907AF-DE14-43E4-8775-BF773A2DF3A5}" type="slidenum">
              <a:rPr lang="fr-FR" smtClean="0"/>
              <a:t>4</a:t>
            </a:fld>
            <a:endParaRPr lang="fr-FR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3AEE20-E141-2A47-FA85-945B653E2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529" y="3586216"/>
            <a:ext cx="3714941" cy="2114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115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CE730-CA3E-9EE7-C93E-E1535C164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Application of DL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993E0-7242-D7BA-D2A8-093759ECC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9100"/>
            <a:ext cx="10515600" cy="4803776"/>
          </a:xfrm>
        </p:spPr>
        <p:txBody>
          <a:bodyPr>
            <a:normAutofit/>
          </a:bodyPr>
          <a:lstStyle/>
          <a:p>
            <a:pPr algn="just"/>
            <a:r>
              <a:rPr lang="en-GB" dirty="0">
                <a:latin typeface="Calibri (Body)"/>
              </a:rPr>
              <a:t>Few examples of the application of deep learning:</a:t>
            </a:r>
          </a:p>
          <a:p>
            <a:pPr lvl="1" algn="just"/>
            <a:r>
              <a:rPr lang="en-GB" b="1" dirty="0">
                <a:latin typeface="Calibri (Body)"/>
              </a:rPr>
              <a:t>Image and video analysis</a:t>
            </a:r>
            <a:r>
              <a:rPr lang="en-GB" dirty="0">
                <a:latin typeface="Calibri (Body)"/>
              </a:rPr>
              <a:t>: image and video classification, object detection, and segmentation. </a:t>
            </a:r>
          </a:p>
          <a:p>
            <a:pPr lvl="1" algn="just"/>
            <a:r>
              <a:rPr lang="en-GB" b="1" dirty="0">
                <a:latin typeface="Calibri (Body)"/>
              </a:rPr>
              <a:t>Healthcare</a:t>
            </a:r>
            <a:r>
              <a:rPr lang="en-GB" dirty="0">
                <a:latin typeface="Calibri (Body)"/>
              </a:rPr>
              <a:t>: medical image analysis, drug discovery, and prediction of patient outcomes.</a:t>
            </a:r>
          </a:p>
          <a:p>
            <a:pPr marL="457200" lvl="1" indent="0" algn="just">
              <a:buNone/>
            </a:pPr>
            <a:endParaRPr lang="en-GB" dirty="0">
              <a:latin typeface="Calibri (Body)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E4DBC-F948-0FED-8306-D68D6E7B0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907AF-DE14-43E4-8775-BF773A2DF3A5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56788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6FF76B9-219D-4469-AF87-0236D2903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B88BD78-87E1-424D-B479-C37D8E41B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0964637" y="2358"/>
            <a:ext cx="1876653" cy="1766008"/>
            <a:chOff x="-648769" y="2358"/>
            <a:chExt cx="1876653" cy="1766008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05EB894-9410-4B20-95E4-7A25101AB8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-415188" y="-231223"/>
              <a:ext cx="1409491" cy="1876653"/>
            </a:xfrm>
            <a:custGeom>
              <a:avLst/>
              <a:gdLst>
                <a:gd name="connsiteX0" fmla="*/ 0 w 1409491"/>
                <a:gd name="connsiteY0" fmla="*/ 643075 h 1876653"/>
                <a:gd name="connsiteX1" fmla="*/ 643075 w 1409491"/>
                <a:gd name="connsiteY1" fmla="*/ 0 h 1876653"/>
                <a:gd name="connsiteX2" fmla="*/ 1409491 w 1409491"/>
                <a:gd name="connsiteY2" fmla="*/ 0 h 1876653"/>
                <a:gd name="connsiteX3" fmla="*/ 1409491 w 1409491"/>
                <a:gd name="connsiteY3" fmla="*/ 1876653 h 1876653"/>
                <a:gd name="connsiteX4" fmla="*/ 1233578 w 1409491"/>
                <a:gd name="connsiteY4" fmla="*/ 1876653 h 1876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491" h="1876653">
                  <a:moveTo>
                    <a:pt x="0" y="643075"/>
                  </a:moveTo>
                  <a:lnTo>
                    <a:pt x="643075" y="0"/>
                  </a:lnTo>
                  <a:lnTo>
                    <a:pt x="1409491" y="0"/>
                  </a:lnTo>
                  <a:lnTo>
                    <a:pt x="1409491" y="1876653"/>
                  </a:lnTo>
                  <a:lnTo>
                    <a:pt x="1233578" y="1876653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66E38B6-B050-4340-8E8F-3A971DADC0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301285" y="1282788"/>
              <a:ext cx="485578" cy="485578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2E80C965-DB6D-4F81-9E9E-B027384D0B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37196" y="6033666"/>
            <a:ext cx="645368" cy="64536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633C5E46-DAC5-4661-9C87-22B08E2A5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43436" y="5721108"/>
            <a:ext cx="2261965" cy="1136891"/>
          </a:xfrm>
          <a:prstGeom prst="triangle">
            <a:avLst>
              <a:gd name="adj" fmla="val 50000"/>
            </a:avLst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B351B0-D112-66F0-3D31-4786DC9595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0081" y="643467"/>
            <a:ext cx="4651838" cy="557106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91228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CE730-CA3E-9EE7-C93E-E1535C164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Application of DL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993E0-7242-D7BA-D2A8-093759ECC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9100"/>
            <a:ext cx="10515600" cy="4803776"/>
          </a:xfrm>
        </p:spPr>
        <p:txBody>
          <a:bodyPr>
            <a:normAutofit/>
          </a:bodyPr>
          <a:lstStyle/>
          <a:p>
            <a:pPr algn="just"/>
            <a:r>
              <a:rPr lang="en-GB" dirty="0">
                <a:latin typeface="Calibri (Body)"/>
              </a:rPr>
              <a:t>Few examples of the application of deep learning:</a:t>
            </a:r>
          </a:p>
          <a:p>
            <a:pPr lvl="1" algn="just"/>
            <a:r>
              <a:rPr lang="en-GB" b="1" dirty="0">
                <a:latin typeface="Calibri (Body)"/>
              </a:rPr>
              <a:t>Image and video analysis</a:t>
            </a:r>
            <a:r>
              <a:rPr lang="en-GB" dirty="0">
                <a:latin typeface="Calibri (Body)"/>
              </a:rPr>
              <a:t>: image and video classification, object detection, and segmentation. </a:t>
            </a:r>
          </a:p>
          <a:p>
            <a:pPr lvl="1" algn="just"/>
            <a:r>
              <a:rPr lang="en-GB" b="1" dirty="0">
                <a:latin typeface="Calibri (Body)"/>
              </a:rPr>
              <a:t>Healthcare</a:t>
            </a:r>
            <a:r>
              <a:rPr lang="en-GB" dirty="0">
                <a:latin typeface="Calibri (Body)"/>
              </a:rPr>
              <a:t>: medical image analysis, drug discovery, and prediction of patient outcomes.</a:t>
            </a:r>
          </a:p>
          <a:p>
            <a:pPr lvl="1" algn="just"/>
            <a:r>
              <a:rPr lang="en-GB" b="1" dirty="0">
                <a:latin typeface="Calibri (Body)"/>
              </a:rPr>
              <a:t>Speech and language processing</a:t>
            </a:r>
            <a:r>
              <a:rPr lang="en-GB" dirty="0">
                <a:latin typeface="Calibri (Body)"/>
              </a:rPr>
              <a:t>: speech recognition systems and </a:t>
            </a:r>
            <a:r>
              <a:rPr lang="en-GB" dirty="0">
                <a:solidFill>
                  <a:srgbClr val="FF0000"/>
                </a:solidFill>
                <a:latin typeface="Calibri (Body)"/>
              </a:rPr>
              <a:t>N</a:t>
            </a:r>
            <a:r>
              <a:rPr lang="en-GB" dirty="0">
                <a:latin typeface="Calibri (Body)"/>
              </a:rPr>
              <a:t>atural </a:t>
            </a:r>
            <a:r>
              <a:rPr lang="en-GB" dirty="0">
                <a:solidFill>
                  <a:srgbClr val="FF0000"/>
                </a:solidFill>
                <a:latin typeface="Calibri (Body)"/>
              </a:rPr>
              <a:t>L</a:t>
            </a:r>
            <a:r>
              <a:rPr lang="en-GB" dirty="0">
                <a:latin typeface="Calibri (Body)"/>
              </a:rPr>
              <a:t>anguage </a:t>
            </a:r>
            <a:r>
              <a:rPr lang="en-GB" dirty="0">
                <a:solidFill>
                  <a:srgbClr val="FF0000"/>
                </a:solidFill>
                <a:latin typeface="Calibri (Body)"/>
              </a:rPr>
              <a:t>P</a:t>
            </a:r>
            <a:r>
              <a:rPr lang="en-GB" dirty="0">
                <a:latin typeface="Calibri (Body)"/>
              </a:rPr>
              <a:t>rocessing tasks such as machine translation, language generation, and text classification.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E4DBC-F948-0FED-8306-D68D6E7B0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907AF-DE14-43E4-8775-BF773A2DF3A5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606031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6FF76B9-219D-4469-AF87-0236D2903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B88BD78-87E1-424D-B479-C37D8E41B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0964637" y="2358"/>
            <a:ext cx="1876653" cy="1766008"/>
            <a:chOff x="-648769" y="2358"/>
            <a:chExt cx="1876653" cy="1766008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05EB894-9410-4B20-95E4-7A25101AB8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-415188" y="-231223"/>
              <a:ext cx="1409491" cy="1876653"/>
            </a:xfrm>
            <a:custGeom>
              <a:avLst/>
              <a:gdLst>
                <a:gd name="connsiteX0" fmla="*/ 0 w 1409491"/>
                <a:gd name="connsiteY0" fmla="*/ 643075 h 1876653"/>
                <a:gd name="connsiteX1" fmla="*/ 643075 w 1409491"/>
                <a:gd name="connsiteY1" fmla="*/ 0 h 1876653"/>
                <a:gd name="connsiteX2" fmla="*/ 1409491 w 1409491"/>
                <a:gd name="connsiteY2" fmla="*/ 0 h 1876653"/>
                <a:gd name="connsiteX3" fmla="*/ 1409491 w 1409491"/>
                <a:gd name="connsiteY3" fmla="*/ 1876653 h 1876653"/>
                <a:gd name="connsiteX4" fmla="*/ 1233578 w 1409491"/>
                <a:gd name="connsiteY4" fmla="*/ 1876653 h 1876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491" h="1876653">
                  <a:moveTo>
                    <a:pt x="0" y="643075"/>
                  </a:moveTo>
                  <a:lnTo>
                    <a:pt x="643075" y="0"/>
                  </a:lnTo>
                  <a:lnTo>
                    <a:pt x="1409491" y="0"/>
                  </a:lnTo>
                  <a:lnTo>
                    <a:pt x="1409491" y="1876653"/>
                  </a:lnTo>
                  <a:lnTo>
                    <a:pt x="1233578" y="1876653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66E38B6-B050-4340-8E8F-3A971DADC0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301285" y="1282788"/>
              <a:ext cx="485578" cy="485578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2E80C965-DB6D-4F81-9E9E-B027384D0B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37196" y="6033666"/>
            <a:ext cx="645368" cy="64536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633C5E46-DAC5-4661-9C87-22B08E2A5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43436" y="5721108"/>
            <a:ext cx="2261965" cy="1136891"/>
          </a:xfrm>
          <a:prstGeom prst="triangle">
            <a:avLst>
              <a:gd name="adj" fmla="val 50000"/>
            </a:avLst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9D37858-D943-1E2E-9857-DB9BC63A1F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2793" y="3102930"/>
            <a:ext cx="4666413" cy="2390816"/>
          </a:xfrm>
          <a:prstGeom prst="rect">
            <a:avLst/>
          </a:prstGeom>
        </p:spPr>
      </p:pic>
      <p:pic>
        <p:nvPicPr>
          <p:cNvPr id="13" name="columbia_gen">
            <a:hlinkClick r:id="" action="ppaction://media"/>
            <a:extLst>
              <a:ext uri="{FF2B5EF4-FFF2-40B4-BE49-F238E27FC236}">
                <a16:creationId xmlns:a16="http://schemas.microsoft.com/office/drawing/2014/main" id="{922670EA-CCE5-F435-F7D7-E92D63D8F04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892799" y="1868931"/>
            <a:ext cx="406400" cy="4064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336036A-E849-283C-F302-1763AFB7F810}"/>
              </a:ext>
            </a:extLst>
          </p:cNvPr>
          <p:cNvSpPr txBox="1"/>
          <p:nvPr/>
        </p:nvSpPr>
        <p:spPr>
          <a:xfrm>
            <a:off x="5380565" y="5647979"/>
            <a:ext cx="633758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1" dirty="0" err="1">
                <a:solidFill>
                  <a:srgbClr val="000000"/>
                </a:solidFill>
                <a:effectLst/>
                <a:latin typeface="Ubuntu" panose="020B0504030602030204" pitchFamily="34" charset="0"/>
              </a:rPr>
              <a:t>Tacotron</a:t>
            </a:r>
            <a:r>
              <a:rPr lang="en-US" sz="1200" b="0" i="1" dirty="0">
                <a:solidFill>
                  <a:srgbClr val="000000"/>
                </a:solidFill>
                <a:effectLst/>
                <a:latin typeface="Ubuntu" panose="020B0504030602030204" pitchFamily="34" charset="0"/>
              </a:rPr>
              <a:t> 2 Natural TTS Synthesis by Conditioning </a:t>
            </a:r>
            <a:r>
              <a:rPr lang="en-US" sz="1200" b="0" i="1" dirty="0" err="1">
                <a:solidFill>
                  <a:srgbClr val="000000"/>
                </a:solidFill>
                <a:effectLst/>
                <a:latin typeface="Ubuntu" panose="020B0504030602030204" pitchFamily="34" charset="0"/>
              </a:rPr>
              <a:t>WaveNet</a:t>
            </a:r>
            <a:r>
              <a:rPr lang="en-US" sz="1200" b="0" i="1" dirty="0">
                <a:solidFill>
                  <a:srgbClr val="000000"/>
                </a:solidFill>
                <a:effectLst/>
                <a:latin typeface="Ubuntu" panose="020B0504030602030204" pitchFamily="34" charset="0"/>
              </a:rPr>
              <a:t> on Mel Spectrogram Predictions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4193731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75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3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CE730-CA3E-9EE7-C93E-E1535C164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Application of DL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993E0-7242-D7BA-D2A8-093759ECC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9100"/>
            <a:ext cx="10515600" cy="4803776"/>
          </a:xfrm>
        </p:spPr>
        <p:txBody>
          <a:bodyPr>
            <a:normAutofit lnSpcReduction="10000"/>
          </a:bodyPr>
          <a:lstStyle/>
          <a:p>
            <a:pPr algn="just"/>
            <a:r>
              <a:rPr lang="en-GB" dirty="0">
                <a:latin typeface="Calibri (Body)"/>
              </a:rPr>
              <a:t>Few examples of the application of deep learning:</a:t>
            </a:r>
          </a:p>
          <a:p>
            <a:pPr lvl="1" algn="just"/>
            <a:r>
              <a:rPr lang="en-GB" b="1" dirty="0">
                <a:latin typeface="Calibri (Body)"/>
              </a:rPr>
              <a:t>Image and video analysis</a:t>
            </a:r>
            <a:r>
              <a:rPr lang="en-GB" dirty="0">
                <a:latin typeface="Calibri (Body)"/>
              </a:rPr>
              <a:t>: image and video classification, object detection, and segmentation. </a:t>
            </a:r>
          </a:p>
          <a:p>
            <a:pPr lvl="1" algn="just"/>
            <a:r>
              <a:rPr lang="en-GB" b="1" dirty="0">
                <a:latin typeface="Calibri (Body)"/>
              </a:rPr>
              <a:t>Healthcare</a:t>
            </a:r>
            <a:r>
              <a:rPr lang="en-GB" dirty="0">
                <a:latin typeface="Calibri (Body)"/>
              </a:rPr>
              <a:t>: medical image analysis, drug discovery, and prediction of patient outcomes.</a:t>
            </a:r>
          </a:p>
          <a:p>
            <a:pPr lvl="1" algn="just"/>
            <a:r>
              <a:rPr lang="en-GB" b="1" dirty="0">
                <a:latin typeface="Calibri (Body)"/>
              </a:rPr>
              <a:t>Speech and language processing</a:t>
            </a:r>
            <a:r>
              <a:rPr lang="en-GB" dirty="0">
                <a:latin typeface="Calibri (Body)"/>
              </a:rPr>
              <a:t>: speech recognition systems and </a:t>
            </a:r>
            <a:r>
              <a:rPr lang="en-GB" dirty="0">
                <a:solidFill>
                  <a:srgbClr val="FF0000"/>
                </a:solidFill>
                <a:latin typeface="Calibri (Body)"/>
              </a:rPr>
              <a:t>N</a:t>
            </a:r>
            <a:r>
              <a:rPr lang="en-GB" dirty="0">
                <a:latin typeface="Calibri (Body)"/>
              </a:rPr>
              <a:t>atural </a:t>
            </a:r>
            <a:r>
              <a:rPr lang="en-GB" dirty="0">
                <a:solidFill>
                  <a:srgbClr val="FF0000"/>
                </a:solidFill>
                <a:latin typeface="Calibri (Body)"/>
              </a:rPr>
              <a:t>L</a:t>
            </a:r>
            <a:r>
              <a:rPr lang="en-GB" dirty="0">
                <a:latin typeface="Calibri (Body)"/>
              </a:rPr>
              <a:t>anguage </a:t>
            </a:r>
            <a:r>
              <a:rPr lang="en-GB" dirty="0">
                <a:solidFill>
                  <a:srgbClr val="FF0000"/>
                </a:solidFill>
                <a:latin typeface="Calibri (Body)"/>
              </a:rPr>
              <a:t>P</a:t>
            </a:r>
            <a:r>
              <a:rPr lang="en-GB" dirty="0">
                <a:latin typeface="Calibri (Body)"/>
              </a:rPr>
              <a:t>rocessing tasks such as machine translation, language generation, and text classification.</a:t>
            </a:r>
          </a:p>
          <a:p>
            <a:pPr lvl="1" algn="just"/>
            <a:r>
              <a:rPr lang="en-GB" b="1" dirty="0">
                <a:latin typeface="Calibri (Body)"/>
              </a:rPr>
              <a:t>Finance</a:t>
            </a:r>
            <a:r>
              <a:rPr lang="en-GB" dirty="0">
                <a:latin typeface="Calibri (Body)"/>
              </a:rPr>
              <a:t>: analyse financial data and make predictions about stock prices, credit risk, and fraud detection.</a:t>
            </a:r>
          </a:p>
          <a:p>
            <a:pPr lvl="1" algn="just"/>
            <a:r>
              <a:rPr lang="en-GB" b="1" dirty="0">
                <a:latin typeface="Calibri (Body)"/>
              </a:rPr>
              <a:t>Robotics</a:t>
            </a:r>
            <a:r>
              <a:rPr lang="en-GB" dirty="0">
                <a:latin typeface="Calibri (Body)"/>
              </a:rPr>
              <a:t>: object recognition and manipulation in robots.</a:t>
            </a:r>
          </a:p>
          <a:p>
            <a:pPr lvl="1" algn="just"/>
            <a:r>
              <a:rPr lang="en-GB" b="1" dirty="0">
                <a:latin typeface="Calibri (Body)"/>
              </a:rPr>
              <a:t>Gaming</a:t>
            </a:r>
            <a:r>
              <a:rPr lang="en-GB" dirty="0">
                <a:latin typeface="Calibri (Body)"/>
              </a:rPr>
              <a:t>: create artificial intelligence agents that can play games such as chess and Go at a high level.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E4DBC-F948-0FED-8306-D68D6E7B0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907AF-DE14-43E4-8775-BF773A2DF3A5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7795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CE730-CA3E-9EE7-C93E-E1535C164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Application of DL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993E0-7242-D7BA-D2A8-093759ECC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9100"/>
            <a:ext cx="10515600" cy="4803776"/>
          </a:xfrm>
        </p:spPr>
        <p:txBody>
          <a:bodyPr>
            <a:normAutofit lnSpcReduction="10000"/>
          </a:bodyPr>
          <a:lstStyle/>
          <a:p>
            <a:pPr algn="just"/>
            <a:r>
              <a:rPr lang="en-GB" dirty="0">
                <a:latin typeface="Calibri (Body)"/>
              </a:rPr>
              <a:t>Few examples of the application of deep learning:</a:t>
            </a:r>
          </a:p>
          <a:p>
            <a:pPr lvl="1" algn="just"/>
            <a:r>
              <a:rPr lang="en-GB" b="1" dirty="0">
                <a:latin typeface="Calibri (Body)"/>
              </a:rPr>
              <a:t>Image and video analysis</a:t>
            </a:r>
            <a:r>
              <a:rPr lang="en-GB" dirty="0">
                <a:latin typeface="Calibri (Body)"/>
              </a:rPr>
              <a:t>: image and video classification, object detection, and segmentation. </a:t>
            </a:r>
          </a:p>
          <a:p>
            <a:pPr lvl="1" algn="just"/>
            <a:r>
              <a:rPr lang="en-GB" b="1" dirty="0">
                <a:latin typeface="Calibri (Body)"/>
              </a:rPr>
              <a:t>Healthcare</a:t>
            </a:r>
            <a:r>
              <a:rPr lang="en-GB" dirty="0">
                <a:latin typeface="Calibri (Body)"/>
              </a:rPr>
              <a:t>: medical image analysis, drug discovery, and prediction of patient outcomes.</a:t>
            </a:r>
          </a:p>
          <a:p>
            <a:pPr lvl="1" algn="just"/>
            <a:r>
              <a:rPr lang="en-GB" b="1" dirty="0">
                <a:latin typeface="Calibri (Body)"/>
              </a:rPr>
              <a:t>Speech and language processing</a:t>
            </a:r>
            <a:r>
              <a:rPr lang="en-GB" dirty="0">
                <a:latin typeface="Calibri (Body)"/>
              </a:rPr>
              <a:t>: speech recognition systems and </a:t>
            </a:r>
            <a:r>
              <a:rPr lang="en-GB" dirty="0">
                <a:solidFill>
                  <a:srgbClr val="FF0000"/>
                </a:solidFill>
                <a:latin typeface="Calibri (Body)"/>
              </a:rPr>
              <a:t>N</a:t>
            </a:r>
            <a:r>
              <a:rPr lang="en-GB" dirty="0">
                <a:latin typeface="Calibri (Body)"/>
              </a:rPr>
              <a:t>atural </a:t>
            </a:r>
            <a:r>
              <a:rPr lang="en-GB" dirty="0">
                <a:solidFill>
                  <a:srgbClr val="FF0000"/>
                </a:solidFill>
                <a:latin typeface="Calibri (Body)"/>
              </a:rPr>
              <a:t>L</a:t>
            </a:r>
            <a:r>
              <a:rPr lang="en-GB" dirty="0">
                <a:latin typeface="Calibri (Body)"/>
              </a:rPr>
              <a:t>anguage </a:t>
            </a:r>
            <a:r>
              <a:rPr lang="en-GB" dirty="0">
                <a:solidFill>
                  <a:srgbClr val="FF0000"/>
                </a:solidFill>
                <a:latin typeface="Calibri (Body)"/>
              </a:rPr>
              <a:t>P</a:t>
            </a:r>
            <a:r>
              <a:rPr lang="en-GB" dirty="0">
                <a:latin typeface="Calibri (Body)"/>
              </a:rPr>
              <a:t>rocessing tasks such as machine translation, language generation, and text classification.</a:t>
            </a:r>
          </a:p>
          <a:p>
            <a:pPr lvl="1" algn="just"/>
            <a:r>
              <a:rPr lang="en-GB" b="1" strike="sngStrike" dirty="0">
                <a:latin typeface="Calibri (Body)"/>
              </a:rPr>
              <a:t>Finance</a:t>
            </a:r>
            <a:r>
              <a:rPr lang="en-GB" strike="sngStrike" dirty="0">
                <a:latin typeface="Calibri (Body)"/>
              </a:rPr>
              <a:t>: analyse financial data and make predictions about stock prices, credit risk, and fraud detection.</a:t>
            </a:r>
          </a:p>
          <a:p>
            <a:pPr lvl="1" algn="just"/>
            <a:r>
              <a:rPr lang="en-GB" b="1" strike="sngStrike" dirty="0">
                <a:latin typeface="Calibri (Body)"/>
              </a:rPr>
              <a:t>Robotics</a:t>
            </a:r>
            <a:r>
              <a:rPr lang="en-GB" strike="sngStrike" dirty="0">
                <a:latin typeface="Calibri (Body)"/>
              </a:rPr>
              <a:t>: object recognition and manipulation in robots.</a:t>
            </a:r>
          </a:p>
          <a:p>
            <a:pPr lvl="1" algn="just"/>
            <a:r>
              <a:rPr lang="en-GB" b="1" strike="sngStrike" dirty="0">
                <a:latin typeface="Calibri (Body)"/>
              </a:rPr>
              <a:t>Gaming</a:t>
            </a:r>
            <a:r>
              <a:rPr lang="en-GB" strike="sngStrike" dirty="0">
                <a:latin typeface="Calibri (Body)"/>
              </a:rPr>
              <a:t>: create artificial intelligence agents that can play games such as chess and Go at a high level.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E4DBC-F948-0FED-8306-D68D6E7B0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907AF-DE14-43E4-8775-BF773A2DF3A5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39514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8A90D-BA46-BD17-D436-F1A277D80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Organisation of the 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9EB113-0001-4F6E-5D1E-9CD399E329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All resources are available on GitHub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https://github.com/JasonMendoza2008/DL-NLP-2025-2026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Usually, Romain Lhotte during the first 1h30 and Romain Lhotte + Thomas Menard during the second 1h30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Always bring your laptops</a:t>
            </a:r>
          </a:p>
          <a:p>
            <a:endParaRPr lang="en-US" dirty="0"/>
          </a:p>
          <a:p>
            <a:r>
              <a:rPr lang="en-US" dirty="0"/>
              <a:t>GPUs will be at your disposal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52B212-0627-683A-656B-8C219C7F0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907AF-DE14-43E4-8775-BF773A2DF3A5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3393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05304-BDF0-8049-BFBE-07DBD25A20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 to Deep Learning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785362-12EB-0195-1062-EA2170CDD3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Lecture 1/10 (Animations by P. Dubois)</a:t>
            </a:r>
          </a:p>
        </p:txBody>
      </p:sp>
    </p:spTree>
    <p:extLst>
      <p:ext uri="{BB962C8B-B14F-4D97-AF65-F5344CB8AC3E}">
        <p14:creationId xmlns:p14="http://schemas.microsoft.com/office/powerpoint/2010/main" val="28870772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B189F-1AC9-8B3A-FE03-2A3421584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Biological Neuron</a:t>
            </a:r>
            <a:endParaRPr lang="fr-FR" dirty="0"/>
          </a:p>
        </p:txBody>
      </p:sp>
      <p:pic>
        <p:nvPicPr>
          <p:cNvPr id="6" name="Picture 5" descr="A spider on a web&#10;&#10;Description automatically generated with medium confidence">
            <a:extLst>
              <a:ext uri="{FF2B5EF4-FFF2-40B4-BE49-F238E27FC236}">
                <a16:creationId xmlns:a16="http://schemas.microsoft.com/office/drawing/2014/main" id="{0DD8B82A-6E22-8B1B-3ED3-2575068382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8723" y="1690688"/>
            <a:ext cx="7234554" cy="452159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4574564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B189F-1AC9-8B3A-FE03-2A3421584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Biological Neuron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CBDCE9-D17B-1DB4-FAB3-507A25877B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868041" y="2117925"/>
            <a:ext cx="8455918" cy="3421631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10BE17B-C6A5-E32B-B99A-D2BDD239B32C}"/>
              </a:ext>
            </a:extLst>
          </p:cNvPr>
          <p:cNvCxnSpPr>
            <a:cxnSpLocks/>
          </p:cNvCxnSpPr>
          <p:nvPr/>
        </p:nvCxnSpPr>
        <p:spPr>
          <a:xfrm>
            <a:off x="4572000" y="2881423"/>
            <a:ext cx="407474" cy="786809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9E2B5A0-DD30-269C-7F9A-BC1067D71B25}"/>
              </a:ext>
            </a:extLst>
          </p:cNvPr>
          <p:cNvSpPr txBox="1"/>
          <p:nvPr/>
        </p:nvSpPr>
        <p:spPr>
          <a:xfrm>
            <a:off x="456742" y="2034925"/>
            <a:ext cx="11826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synapse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FDEAFD-2988-C134-D680-8D61E2A04EE3}"/>
              </a:ext>
            </a:extLst>
          </p:cNvPr>
          <p:cNvSpPr txBox="1"/>
          <p:nvPr/>
        </p:nvSpPr>
        <p:spPr>
          <a:xfrm>
            <a:off x="5184794" y="5281654"/>
            <a:ext cx="12553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dendrite</a:t>
            </a:r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4F346BA-51D6-073F-8735-2EA1FBC9F311}"/>
              </a:ext>
            </a:extLst>
          </p:cNvPr>
          <p:cNvCxnSpPr>
            <a:cxnSpLocks/>
          </p:cNvCxnSpPr>
          <p:nvPr/>
        </p:nvCxnSpPr>
        <p:spPr>
          <a:xfrm flipV="1">
            <a:off x="6379535" y="5135528"/>
            <a:ext cx="733645" cy="357861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76A291-03F7-0C71-BF75-1C87F45F2079}"/>
              </a:ext>
            </a:extLst>
          </p:cNvPr>
          <p:cNvCxnSpPr>
            <a:cxnSpLocks/>
          </p:cNvCxnSpPr>
          <p:nvPr/>
        </p:nvCxnSpPr>
        <p:spPr>
          <a:xfrm>
            <a:off x="1563368" y="2427469"/>
            <a:ext cx="609345" cy="478465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F9DBEC-7780-BB29-A87E-1B792E19B2D2}"/>
              </a:ext>
            </a:extLst>
          </p:cNvPr>
          <p:cNvCxnSpPr>
            <a:cxnSpLocks/>
          </p:cNvCxnSpPr>
          <p:nvPr/>
        </p:nvCxnSpPr>
        <p:spPr>
          <a:xfrm flipH="1">
            <a:off x="8463516" y="1842056"/>
            <a:ext cx="1212112" cy="1826176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57BC3B4-5082-E8B0-D584-8A02CF2C127A}"/>
              </a:ext>
            </a:extLst>
          </p:cNvPr>
          <p:cNvCxnSpPr>
            <a:cxnSpLocks/>
          </p:cNvCxnSpPr>
          <p:nvPr/>
        </p:nvCxnSpPr>
        <p:spPr>
          <a:xfrm flipH="1" flipV="1">
            <a:off x="8623005" y="4157330"/>
            <a:ext cx="1342870" cy="1058127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1A59464B-C4F0-8FA3-0538-264A571BE37E}"/>
              </a:ext>
            </a:extLst>
          </p:cNvPr>
          <p:cNvSpPr txBox="1"/>
          <p:nvPr/>
        </p:nvSpPr>
        <p:spPr>
          <a:xfrm>
            <a:off x="3853109" y="2454187"/>
            <a:ext cx="7778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axon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DBF3913-79FD-E029-CDCB-3A6C7A65DB4C}"/>
              </a:ext>
            </a:extLst>
          </p:cNvPr>
          <p:cNvSpPr txBox="1"/>
          <p:nvPr/>
        </p:nvSpPr>
        <p:spPr>
          <a:xfrm>
            <a:off x="9667975" y="1411710"/>
            <a:ext cx="9618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kernel</a:t>
            </a:r>
            <a:endParaRPr lang="fr-FR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7A60886-EE0A-C4C7-458F-4A3A610CA3E0}"/>
              </a:ext>
            </a:extLst>
          </p:cNvPr>
          <p:cNvSpPr txBox="1"/>
          <p:nvPr/>
        </p:nvSpPr>
        <p:spPr>
          <a:xfrm>
            <a:off x="9891851" y="5077891"/>
            <a:ext cx="6094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cell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1921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27" grpId="0"/>
      <p:bldP spid="28" grpId="0"/>
      <p:bldP spid="2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C935F-66C6-5769-3D38-E3AEA8C99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Synaptic integration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29BE3A8-A7EB-595A-24DD-CB08D616B730}"/>
              </a:ext>
            </a:extLst>
          </p:cNvPr>
          <p:cNvGrpSpPr/>
          <p:nvPr/>
        </p:nvGrpSpPr>
        <p:grpSpPr>
          <a:xfrm rot="10800000">
            <a:off x="1304910" y="1879493"/>
            <a:ext cx="7229489" cy="4365732"/>
            <a:chOff x="923911" y="1365996"/>
            <a:chExt cx="6623698" cy="399990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95F52F9-FBFA-F0AB-6E83-B43478E017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3911" y="2471039"/>
              <a:ext cx="3366149" cy="1361486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DD48A01-C7C1-FC28-91C1-44C67E3E51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941488">
              <a:off x="3162288" y="4004418"/>
              <a:ext cx="3366146" cy="1361486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DBBA70A-97C6-BBDA-E7F3-C01F4DF28F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1445380" flipV="1">
              <a:off x="3664569" y="1365996"/>
              <a:ext cx="3366147" cy="136148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8BFE8A0-5540-E6BE-9B9E-6F63CA93EA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1083102">
              <a:off x="4181462" y="2748256"/>
              <a:ext cx="3366147" cy="1361486"/>
            </a:xfrm>
            <a:prstGeom prst="rect">
              <a:avLst/>
            </a:prstGeom>
          </p:spPr>
        </p:pic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FF424C1F-1247-45CF-A9FD-4D104B9D6A22}"/>
              </a:ext>
            </a:extLst>
          </p:cNvPr>
          <p:cNvSpPr/>
          <p:nvPr/>
        </p:nvSpPr>
        <p:spPr>
          <a:xfrm>
            <a:off x="3155950" y="2285775"/>
            <a:ext cx="190725" cy="19072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A17D6B5-85E8-3BD8-E86E-40E6670F110D}"/>
                  </a:ext>
                </a:extLst>
              </p:cNvPr>
              <p:cNvSpPr txBox="1"/>
              <p:nvPr/>
            </p:nvSpPr>
            <p:spPr>
              <a:xfrm>
                <a:off x="6223793" y="3754222"/>
                <a:ext cx="4940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b="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A17D6B5-85E8-3BD8-E86E-40E6670F1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3793" y="3754222"/>
                <a:ext cx="49404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C191BF-87D4-F951-3A29-C2CA3848A2E5}"/>
                  </a:ext>
                </a:extLst>
              </p:cNvPr>
              <p:cNvSpPr txBox="1"/>
              <p:nvPr/>
            </p:nvSpPr>
            <p:spPr>
              <a:xfrm>
                <a:off x="2231655" y="2107168"/>
                <a:ext cx="4887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FR" b="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C191BF-87D4-F951-3A29-C2CA3848A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655" y="2107168"/>
                <a:ext cx="48872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D6FE56D-F4CB-3426-086C-D1DA1CF9B3EB}"/>
                  </a:ext>
                </a:extLst>
              </p:cNvPr>
              <p:cNvSpPr txBox="1"/>
              <p:nvPr/>
            </p:nvSpPr>
            <p:spPr>
              <a:xfrm>
                <a:off x="1851013" y="5946155"/>
                <a:ext cx="4940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fr-FR" b="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D6FE56D-F4CB-3426-086C-D1DA1CF9B3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1013" y="5946155"/>
                <a:ext cx="49404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7269C53-6EF7-A3AD-94A9-766BD9D0A834}"/>
                  </a:ext>
                </a:extLst>
              </p:cNvPr>
              <p:cNvSpPr txBox="1"/>
              <p:nvPr/>
            </p:nvSpPr>
            <p:spPr>
              <a:xfrm>
                <a:off x="1148455" y="3433041"/>
                <a:ext cx="4940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FR" b="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7269C53-6EF7-A3AD-94A9-766BD9D0A8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8455" y="3433041"/>
                <a:ext cx="49404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5658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2.22222E-6 L 3.33333E-6 -2.22222E-6 C 0.00091 -2.22222E-6 0.00208 0.0007 0.00325 0.00139 C 0.0039 0.00162 0.00481 0.00185 0.0056 0.00232 C 0.00599 0.00232 0.00638 0.00278 0.0069 0.00324 C 0.00755 0.00347 0.00911 0.00371 0.00976 0.00417 C 0.0108 0.0044 0.01172 0.00509 0.01289 0.00556 C 0.01328 0.00556 0.01367 0.00579 0.01419 0.00602 C 0.0151 0.00625 0.01536 0.00648 0.01653 0.00695 C 0.01718 0.00695 0.0181 0.00718 0.01888 0.00741 C 0.02135 0.00834 0.02369 0.00949 0.02643 0.01019 C 0.02721 0.01019 0.02799 0.01042 0.02877 0.01065 C 0.02929 0.01065 0.02968 0.01088 0.03034 0.01111 C 0.03086 0.01111 0.03151 0.01134 0.03216 0.01181 C 0.03268 0.01181 0.0332 0.01204 0.03372 0.01227 C 0.03398 0.01227 0.03437 0.0125 0.03476 0.01273 C 0.03541 0.01273 0.03632 0.01297 0.03711 0.0132 C 0.03867 0.01343 0.03802 0.01343 0.03945 0.01412 C 0.04192 0.01459 0.03997 0.01412 0.04284 0.01482 C 0.0431 0.01482 0.04349 0.01505 0.04388 0.01528 C 0.0444 0.01528 0.04505 0.01551 0.0457 0.01574 C 0.04726 0.01667 0.04557 0.01574 0.04856 0.01667 C 0.04882 0.01667 0.04922 0.0169 0.04961 0.01713 C 0.05039 0.01736 0.0513 0.01759 0.05221 0.01806 L 0.05403 0.01898 C 0.05429 0.01898 0.05455 0.01922 0.05481 0.01945 C 0.05534 0.01968 0.05586 0.02014 0.05638 0.02084 C 0.05664 0.02107 0.05677 0.02153 0.05716 0.02176 C 0.05768 0.02199 0.05833 0.02222 0.05898 0.02269 C 0.05937 0.02315 0.05976 0.02384 0.06028 0.02431 C 0.06185 0.0257 0.06106 0.02454 0.06237 0.02616 C 0.06653 0.03148 0.06146 0.025 0.06445 0.0294 C 0.06458 0.02963 0.06497 0.02963 0.06523 0.03009 C 0.06614 0.03125 0.06627 0.03172 0.06757 0.03287 C 0.06771 0.03287 0.0681 0.0331 0.06836 0.03334 C 0.06862 0.03357 0.06875 0.03403 0.06914 0.03426 C 0.06979 0.03472 0.07148 0.03588 0.07148 0.03611 C 0.07213 0.03658 0.07343 0.03843 0.07409 0.03912 C 0.07435 0.03935 0.07474 0.03912 0.07513 0.03959 C 0.07591 0.04005 0.07682 0.04121 0.07773 0.0419 C 0.07929 0.04306 0.08125 0.04375 0.08294 0.04445 C 0.08528 0.0456 0.08476 0.0456 0.08711 0.04676 C 0.08776 0.04699 0.08867 0.04746 0.08945 0.04792 C 0.09023 0.04815 0.09114 0.04884 0.09205 0.04931 C 0.09271 0.04954 0.09336 0.04977 0.09414 0.05023 C 0.09453 0.05047 0.09492 0.0507 0.09544 0.05116 C 0.09583 0.05116 0.09622 0.05139 0.09674 0.05162 C 0.09713 0.05185 0.09752 0.05232 0.09804 0.05255 C 0.09882 0.05278 0.09974 0.05301 0.10065 0.05347 C 0.10651 0.05602 0.10351 0.05486 0.10794 0.05718 C 0.10859 0.05741 0.10924 0.05764 0.11002 0.0581 C 0.11106 0.05857 0.1125 0.05996 0.11341 0.06088 C 0.11445 0.06181 0.11523 0.0625 0.11653 0.0632 C 0.12018 0.06459 0.122 0.06412 0.12643 0.06459 C 0.12682 0.06459 0.12929 0.06459 0.13034 0.06551 C 0.1306 0.06551 0.13073 0.06621 0.13112 0.06644 C 0.13151 0.06667 0.13216 0.0669 0.13268 0.06736 C 0.1332 0.06806 0.13424 0.06945 0.13502 0.07014 C 0.13567 0.07037 0.13632 0.0706 0.13711 0.0713 C 0.13906 0.07222 0.13828 0.07222 0.14049 0.07315 C 0.14231 0.07384 0.14453 0.07384 0.14648 0.07408 C 0.14752 0.07408 0.14869 0.07431 0.14987 0.07454 C 0.15286 0.07523 0.14935 0.07408 0.15247 0.07616 C 0.15299 0.07639 0.15364 0.07662 0.15429 0.07709 C 0.15703 0.08056 0.15534 0.07871 0.1595 0.08172 L 0.1595 0.08195 C 0.16132 0.0838 0.16028 0.0831 0.16263 0.0838 C 0.16458 0.08519 0.16315 0.08426 0.16523 0.08519 C 0.16744 0.08611 0.16692 0.08588 0.16914 0.08704 C 0.1694 0.08704 0.16979 0.08727 0.17018 0.0875 C 0.1707 0.08773 0.172 0.08912 0.17252 0.08959 C 0.17278 0.08982 0.17304 0.09005 0.1733 0.09051 C 0.17356 0.09074 0.17369 0.09144 0.17409 0.0919 C 0.17435 0.09236 0.17617 0.09422 0.17669 0.09537 C 0.17799 0.09769 0.17604 0.09584 0.17825 0.09861 C 0.1832 0.10463 0.17877 0.09908 0.18242 0.10232 C 0.1858 0.10509 0.18151 0.10162 0.18424 0.10371 C 0.1845 0.10394 0.18489 0.10417 0.18528 0.10463 C 0.18541 0.10463 0.1858 0.10463 0.18606 0.10486 C 0.18698 0.10556 0.18698 0.10625 0.18789 0.10787 C 0.18802 0.1081 0.18841 0.10834 0.18867 0.1088 C 0.1888 0.10926 0.18893 0.10972 0.18919 0.11019 C 0.18932 0.11065 0.18971 0.11088 0.18997 0.11158 C 0.19023 0.11227 0.19049 0.11482 0.19075 0.11621 C 0.19049 0.12963 0.19062 0.12755 0.19023 0.13704 C 0.18997 0.1419 0.19023 0.14005 0.18971 0.14306 C 0.18984 0.14977 0.18971 0.15047 0.19023 0.15602 C 0.19023 0.15672 0.19036 0.15741 0.19049 0.15834 C 0.19062 0.15949 0.19101 0.16204 0.19101 0.16227 C 0.19088 0.16551 0.19101 0.16968 0.19075 0.17361 C 0.19062 0.17431 0.1901 0.17477 0.18997 0.17547 C 0.18971 0.1757 0.18958 0.17616 0.18945 0.17685 C 0.18802 0.18102 0.18997 0.17616 0.18789 0.18056 C 0.18763 0.18079 0.1875 0.18125 0.18737 0.18195 C 0.18632 0.18449 0.18659 0.18357 0.18606 0.18658 C 0.18593 0.18797 0.1858 0.18935 0.1858 0.19097 C 0.18554 0.19306 0.18528 0.19722 0.18528 0.19746 C 0.18489 0.20926 0.18489 0.20533 0.18528 0.21968 C 0.18528 0.2213 0.18541 0.22593 0.1858 0.22847 C 0.18619 0.23125 0.18659 0.23449 0.18737 0.2375 C 0.18776 0.23935 0.18828 0.24028 0.18867 0.24236 C 0.18867 0.24306 0.1888 0.24375 0.18893 0.24468 C 0.18906 0.24537 0.18919 0.24607 0.18945 0.24699 C 0.18971 0.24861 0.18958 0.24861 0.18997 0.25047 C 0.19062 0.25347 0.19049 0.25139 0.19101 0.25533 C 0.19101 0.25625 0.19114 0.25741 0.19127 0.25857 C 0.19127 0.25903 0.1914 0.25972 0.19153 0.26042 C 0.19153 0.26134 0.19166 0.26204 0.19179 0.26297 C 0.19192 0.26366 0.19205 0.26435 0.19231 0.26528 C 0.19231 0.26597 0.19231 0.26667 0.19257 0.26759 C 0.19257 0.26806 0.19284 0.26875 0.1931 0.26945 C 0.1931 0.26968 0.19323 0.27037 0.19336 0.27107 C 0.19349 0.27246 0.19388 0.27384 0.19414 0.27547 C 0.19414 0.27593 0.19414 0.27662 0.1944 0.27732 C 0.19453 0.27778 0.19492 0.27801 0.19518 0.27871 C 0.19687 0.28218 0.19531 0.2794 0.19622 0.28102 L 0.1983 0.28496 " pathEditMode="relative" rAng="0" ptsTypes="AAAAAAAAAAAAAAAAAAAAAAAAAAAAAAAAAAAAAAAAAAAAAAAAAAAAAAAAAAAAAAAAAAAAAAAAAAAAAAAAAAAAAAAAAAAAAAAAAAAAAAAAAAAAAAAAAAAAA">
                                      <p:cBhvr>
                                        <p:cTn id="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909" y="1423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C935F-66C6-5769-3D38-E3AEA8C99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Synaptic integration</a:t>
            </a:r>
            <a:endParaRPr lang="fr-FR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29BE3A8-A7EB-595A-24DD-CB08D616B730}"/>
              </a:ext>
            </a:extLst>
          </p:cNvPr>
          <p:cNvGrpSpPr/>
          <p:nvPr/>
        </p:nvGrpSpPr>
        <p:grpSpPr>
          <a:xfrm rot="10800000">
            <a:off x="1304910" y="1879493"/>
            <a:ext cx="7229489" cy="4365732"/>
            <a:chOff x="923911" y="1365996"/>
            <a:chExt cx="6623698" cy="399990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95F52F9-FBFA-F0AB-6E83-B43478E017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3911" y="2471039"/>
              <a:ext cx="3366149" cy="1361486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DD48A01-C7C1-FC28-91C1-44C67E3E51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941488">
              <a:off x="3162287" y="4004418"/>
              <a:ext cx="3366146" cy="1361486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DBBA70A-97C6-BBDA-E7F3-C01F4DF28F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1445380" flipV="1">
              <a:off x="3664568" y="1365996"/>
              <a:ext cx="3366147" cy="136148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8BFE8A0-5540-E6BE-9B9E-6F63CA93EA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1083102">
              <a:off x="4181462" y="2748256"/>
              <a:ext cx="3366147" cy="1361486"/>
            </a:xfrm>
            <a:prstGeom prst="rect">
              <a:avLst/>
            </a:prstGeom>
          </p:spPr>
        </p:pic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FF424C1F-1247-45CF-A9FD-4D104B9D6A22}"/>
              </a:ext>
            </a:extLst>
          </p:cNvPr>
          <p:cNvSpPr/>
          <p:nvPr/>
        </p:nvSpPr>
        <p:spPr>
          <a:xfrm>
            <a:off x="3012282" y="2141015"/>
            <a:ext cx="466454" cy="46645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45CA42-E072-E6F6-05CB-91E6FF7F207E}"/>
                  </a:ext>
                </a:extLst>
              </p:cNvPr>
              <p:cNvSpPr txBox="1"/>
              <p:nvPr/>
            </p:nvSpPr>
            <p:spPr>
              <a:xfrm>
                <a:off x="6223793" y="3754222"/>
                <a:ext cx="4940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b="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45CA42-E072-E6F6-05CB-91E6FF7F2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3793" y="3754222"/>
                <a:ext cx="49404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6CF8716-8D15-C511-C226-51DD239C06F8}"/>
                  </a:ext>
                </a:extLst>
              </p:cNvPr>
              <p:cNvSpPr txBox="1"/>
              <p:nvPr/>
            </p:nvSpPr>
            <p:spPr>
              <a:xfrm>
                <a:off x="2231655" y="2107168"/>
                <a:ext cx="4887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FR" b="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6CF8716-8D15-C511-C226-51DD239C06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655" y="2107168"/>
                <a:ext cx="48872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CEACD57-2109-6B3C-46A5-002C34293DED}"/>
                  </a:ext>
                </a:extLst>
              </p:cNvPr>
              <p:cNvSpPr txBox="1"/>
              <p:nvPr/>
            </p:nvSpPr>
            <p:spPr>
              <a:xfrm>
                <a:off x="1851013" y="5946155"/>
                <a:ext cx="4940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fr-FR" b="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CEACD57-2109-6B3C-46A5-002C34293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1013" y="5946155"/>
                <a:ext cx="49404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73165E8-992C-2B70-8E99-CC395DB328CA}"/>
                  </a:ext>
                </a:extLst>
              </p:cNvPr>
              <p:cNvSpPr txBox="1"/>
              <p:nvPr/>
            </p:nvSpPr>
            <p:spPr>
              <a:xfrm>
                <a:off x="1148455" y="3433041"/>
                <a:ext cx="4940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FR" b="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73165E8-992C-2B70-8E99-CC395DB328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8455" y="3433041"/>
                <a:ext cx="49404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6368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-4.44444E-6 L 4.16667E-6 -4.44444E-6 C 0.00091 -4.44444E-6 0.00208 0.00047 0.00325 0.00116 C 0.0039 0.00139 0.00481 0.00162 0.00559 0.00209 C 0.00599 0.00209 0.00638 0.00255 0.0069 0.00301 C 0.00755 0.00325 0.00911 0.00348 0.00976 0.00394 C 0.0108 0.00417 0.01171 0.00487 0.01289 0.00533 C 0.01328 0.00533 0.01367 0.00556 0.01419 0.00579 C 0.0151 0.00602 0.01536 0.00625 0.01653 0.00672 C 0.01718 0.00672 0.01809 0.00695 0.01888 0.00718 C 0.02135 0.00811 0.02369 0.00926 0.0263 0.00996 C 0.02708 0.00996 0.02786 0.01019 0.02864 0.01042 C 0.02916 0.01042 0.02955 0.01065 0.0302 0.01112 C 0.03073 0.01112 0.03138 0.01135 0.03203 0.01158 C 0.03255 0.01158 0.03307 0.01181 0.03359 0.01204 C 0.03385 0.01204 0.03424 0.01227 0.03463 0.0125 C 0.03528 0.0125 0.03619 0.01274 0.03698 0.01297 C 0.03854 0.0132 0.03789 0.0132 0.03932 0.01389 C 0.04179 0.01459 0.03984 0.01389 0.0427 0.01482 C 0.04296 0.01482 0.04336 0.01505 0.04375 0.01528 C 0.04427 0.01528 0.04492 0.01551 0.04557 0.01575 C 0.04713 0.01644 0.04544 0.01575 0.04843 0.01644 C 0.04869 0.01644 0.04908 0.01644 0.04948 0.01667 C 0.05026 0.0169 0.05117 0.01713 0.05208 0.01783 L 0.0539 0.01852 C 0.05416 0.01852 0.05442 0.01875 0.05468 0.01899 C 0.0552 0.01922 0.05573 0.01968 0.05625 0.02037 C 0.05651 0.02061 0.05664 0.02107 0.05703 0.0213 C 0.05755 0.02153 0.0582 0.02176 0.05885 0.02246 C 0.05924 0.02292 0.05963 0.02338 0.06015 0.02385 C 0.06171 0.02524 0.06093 0.02408 0.06224 0.0257 C 0.0664 0.03125 0.06132 0.02454 0.06432 0.02894 C 0.06445 0.02917 0.06484 0.0294 0.0651 0.02987 C 0.06601 0.03102 0.06614 0.03149 0.06744 0.03264 C 0.06757 0.03264 0.06796 0.03287 0.06823 0.03287 C 0.06849 0.03311 0.06862 0.03357 0.06901 0.0338 C 0.06966 0.03426 0.07135 0.03542 0.07135 0.03565 C 0.072 0.03612 0.0733 0.03774 0.07395 0.03843 C 0.07421 0.03866 0.07448 0.03843 0.07487 0.03889 C 0.07565 0.03936 0.07656 0.04051 0.07747 0.04121 C 0.07903 0.04237 0.08099 0.04306 0.08268 0.04399 C 0.08502 0.04537 0.0845 0.04537 0.08684 0.04653 C 0.0875 0.04676 0.08841 0.047 0.08919 0.04746 C 0.08997 0.04769 0.09088 0.04838 0.09179 0.04885 C 0.09244 0.04908 0.09309 0.04931 0.09388 0.04954 C 0.09427 0.04977 0.09466 0.04977 0.09518 0.05024 C 0.09557 0.05024 0.09596 0.05047 0.09648 0.0507 C 0.09687 0.05093 0.09726 0.05139 0.09778 0.05162 C 0.09856 0.05186 0.09948 0.05209 0.10039 0.05278 C 0.10625 0.05533 0.10325 0.05417 0.10768 0.05649 C 0.10833 0.05672 0.10898 0.05695 0.10976 0.05741 C 0.1108 0.05787 0.11224 0.05926 0.11315 0.06019 C 0.11419 0.06112 0.11497 0.06181 0.11627 0.0625 C 0.11992 0.06389 0.12174 0.06343 0.12604 0.06389 C 0.12643 0.06389 0.1289 0.06389 0.12994 0.06482 C 0.1302 0.06482 0.13033 0.06551 0.13073 0.06575 C 0.13112 0.06598 0.13177 0.06621 0.13229 0.06644 C 0.13281 0.0669 0.13385 0.06852 0.13463 0.06922 C 0.13528 0.06945 0.13593 0.06968 0.13671 0.07014 C 0.13867 0.0713 0.13789 0.0713 0.1401 0.07223 C 0.14192 0.07292 0.14414 0.07292 0.14609 0.07315 C 0.14713 0.07315 0.14843 0.07338 0.14948 0.07362 C 0.15247 0.07454 0.14895 0.07315 0.15208 0.07524 C 0.1526 0.07547 0.15325 0.0757 0.1539 0.07616 C 0.15664 0.07987 0.15494 0.07778 0.15911 0.08102 L 0.15911 0.08125 C 0.16093 0.08287 0.15989 0.08218 0.16224 0.08287 C 0.16419 0.0838 0.16276 0.08287 0.16484 0.0838 C 0.16705 0.08473 0.16653 0.0845 0.16875 0.08565 C 0.16901 0.08565 0.1694 0.08588 0.16979 0.08612 C 0.17031 0.08635 0.17161 0.08774 0.17213 0.08866 C 0.17239 0.08889 0.17265 0.08912 0.17291 0.08959 C 0.17317 0.08982 0.17317 0.09075 0.17356 0.09121 C 0.17382 0.09167 0.17565 0.09352 0.17617 0.09422 C 0.17747 0.09653 0.17552 0.09468 0.17773 0.09746 C 0.18268 0.10348 0.17825 0.09792 0.1819 0.1007 C 0.18528 0.10394 0.18099 0.1 0.18372 0.10232 C 0.18398 0.10255 0.18437 0.10278 0.18476 0.10325 C 0.18489 0.10325 0.18528 0.10348 0.18554 0.10371 C 0.18645 0.1044 0.18645 0.1051 0.18737 0.10672 C 0.1875 0.10695 0.18789 0.10718 0.18815 0.10764 C 0.18828 0.10811 0.18841 0.10857 0.18867 0.10903 C 0.1888 0.1095 0.18919 0.10973 0.18945 0.11042 C 0.18971 0.11112 0.18997 0.11366 0.19023 0.11505 C 0.18997 0.12848 0.1901 0.12639 0.18971 0.13542 C 0.18945 0.14028 0.18971 0.13843 0.18919 0.14167 C 0.18932 0.14885 0.18919 0.14931 0.18971 0.15417 C 0.18971 0.15487 0.18984 0.15556 0.18997 0.15649 C 0.1901 0.15787 0.19049 0.16065 0.19049 0.16088 C 0.19036 0.16436 0.19049 0.16783 0.19023 0.17176 C 0.1901 0.17246 0.18958 0.17292 0.18945 0.17362 C 0.18919 0.17385 0.18906 0.17431 0.18893 0.175 C 0.1875 0.1794 0.18945 0.17431 0.18737 0.17894 C 0.18711 0.17917 0.18698 0.17963 0.18684 0.18033 C 0.1858 0.18264 0.18606 0.18218 0.18554 0.18473 C 0.18541 0.18612 0.18528 0.1875 0.18528 0.18866 C 0.18502 0.19075 0.18476 0.19561 0.18476 0.19584 C 0.18437 0.20695 0.18437 0.20325 0.18476 0.21737 C 0.18476 0.21899 0.18489 0.22362 0.18528 0.22616 C 0.18567 0.22894 0.18606 0.23241 0.18684 0.23473 C 0.18724 0.23681 0.18776 0.23797 0.18815 0.24005 C 0.18815 0.24075 0.18828 0.24144 0.18841 0.24237 C 0.18854 0.24306 0.18867 0.24375 0.18893 0.24445 C 0.18919 0.24607 0.18906 0.24607 0.18945 0.24792 C 0.1901 0.2507 0.18997 0.24908 0.19049 0.25278 C 0.19049 0.25371 0.19062 0.25487 0.19075 0.25602 C 0.19075 0.25649 0.19088 0.25718 0.19101 0.25787 C 0.19101 0.25857 0.19114 0.2595 0.19127 0.26042 C 0.1914 0.26112 0.19153 0.26181 0.19179 0.26274 C 0.19179 0.2632 0.19179 0.26389 0.19205 0.26505 C 0.19205 0.26551 0.19231 0.26575 0.19257 0.26644 C 0.19257 0.2669 0.1927 0.2676 0.19283 0.26829 C 0.19296 0.26968 0.19336 0.27107 0.19362 0.27269 C 0.19362 0.27315 0.19362 0.27385 0.19388 0.27454 C 0.19401 0.275 0.1944 0.27524 0.19466 0.27593 C 0.19635 0.2794 0.19479 0.27662 0.1957 0.27825 L 0.19804 0.28241 " pathEditMode="relative" rAng="0" ptsTypes="AAAAAAAAAAAAAAAAAAAAAAAAAAAAAAAAAAAAAAAAAAAAAAAAAAAAAAAAAAAAAAAAAAAAAAAAAAAAAAAAAAAAAAAAAAAAAAAAAAAAAAAAAAAAAAAAAAAAA">
                                      <p:cBhvr>
                                        <p:cTn id="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896" y="1412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6" presetClass="emph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1000" fill="hold"/>
                                        <p:tgtEl>
                                          <p:spTgt spid="11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0" presetClass="path" presetSubtype="0" ac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9882 0.28889 L 0.19882 0.28889 C 0.20143 0.28912 0.20416 0.28935 0.20677 0.28935 C 0.21484 0.28912 0.21432 0.28889 0.21953 0.28819 C 0.22044 0.28819 0.22148 0.28796 0.22239 0.28796 C 0.22669 0.28726 0.22474 0.2875 0.22825 0.28657 C 0.22929 0.28611 0.2302 0.28611 0.23125 0.28588 C 0.23281 0.28426 0.23164 0.28518 0.23476 0.28449 C 0.23776 0.28356 0.23398 0.28426 0.24023 0.28379 C 0.2427 0.2831 0.24257 0.2831 0.24622 0.2831 C 0.25039 0.2831 0.25455 0.28333 0.25872 0.28333 C 0.25924 0.28356 0.25976 0.28356 0.26028 0.28379 C 0.26132 0.28379 0.26224 0.28379 0.26328 0.28402 C 0.26354 0.28402 0.26393 0.28426 0.26419 0.28449 C 0.26601 0.28495 0.26692 0.28495 0.26849 0.28541 C 0.26888 0.28564 0.26914 0.28588 0.26953 0.28611 C 0.27083 0.2868 0.27018 0.28588 0.27187 0.28726 C 0.27252 0.28773 0.27304 0.28842 0.27382 0.28889 C 0.27487 0.28958 0.27656 0.29074 0.27773 0.29097 C 0.27838 0.2912 0.27903 0.2912 0.27968 0.29143 C 0.28385 0.29213 0.27786 0.29143 0.28684 0.29213 L 0.29114 0.29236 C 0.29257 0.29259 0.2944 0.29305 0.2957 0.29305 C 0.29778 0.29328 0.29987 0.29328 0.30195 0.29351 C 0.30599 0.29328 0.31002 0.29328 0.31406 0.29305 C 0.32044 0.29259 0.31588 0.29259 0.3207 0.29166 C 0.32187 0.29143 0.32317 0.29143 0.32434 0.29143 L 0.32786 0.29074 C 0.32942 0.29027 0.33177 0.28981 0.33333 0.28958 L 0.35013 0.28889 C 0.35065 0.28889 0.35117 0.28865 0.35169 0.28865 C 0.36276 0.28865 0.36093 0.28842 0.36718 0.28935 C 0.3694 0.28981 0.36731 0.28912 0.36953 0.29027 C 0.37005 0.29051 0.37057 0.29074 0.37109 0.29097 C 0.37122 0.2912 0.37148 0.2912 0.37161 0.29143 C 0.372 0.29166 0.37226 0.29213 0.37265 0.29236 C 0.37304 0.29259 0.37343 0.29259 0.37382 0.29282 C 0.37682 0.29375 0.37252 0.29236 0.37591 0.29351 C 0.3763 0.29375 0.37656 0.29398 0.37695 0.29421 C 0.37838 0.2949 0.37851 0.2949 0.37981 0.29514 C 0.3802 0.29537 0.38059 0.29537 0.38099 0.2956 C 0.38268 0.29606 0.38437 0.29629 0.38593 0.29652 C 0.38684 0.29676 0.38789 0.29676 0.3888 0.29699 C 0.39088 0.29861 0.38841 0.29676 0.39062 0.29791 C 0.39088 0.29814 0.39114 0.29861 0.3914 0.29861 C 0.39218 0.29907 0.39296 0.29907 0.39375 0.2993 C 0.39557 0.3 0.39453 0.29976 0.397 0.3 C 0.39739 0.30023 0.39765 0.30046 0.39804 0.30046 C 0.39948 0.30069 0.40234 0.30092 0.40234 0.30092 L 0.40377 0.30092 " pathEditMode="relative" ptsTypes="AAAAAAAAAAAAAAAAAAAAAAAAAAAAAAAAAAAAAAAAAAAAAAAAAA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" presetClass="exit" presetSubtype="2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1" grpId="2" animBg="1"/>
      <p:bldP spid="11" grpId="3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C935F-66C6-5769-3D38-E3AEA8C99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Synaptic integration</a:t>
            </a:r>
            <a:endParaRPr lang="fr-FR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29BE3A8-A7EB-595A-24DD-CB08D616B730}"/>
              </a:ext>
            </a:extLst>
          </p:cNvPr>
          <p:cNvGrpSpPr/>
          <p:nvPr/>
        </p:nvGrpSpPr>
        <p:grpSpPr>
          <a:xfrm rot="10800000">
            <a:off x="1304910" y="1879493"/>
            <a:ext cx="7229489" cy="4365732"/>
            <a:chOff x="923911" y="1365996"/>
            <a:chExt cx="6623698" cy="399990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95F52F9-FBFA-F0AB-6E83-B43478E017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3911" y="2471039"/>
              <a:ext cx="3366149" cy="1361486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DD48A01-C7C1-FC28-91C1-44C67E3E51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941488">
              <a:off x="3162287" y="4004418"/>
              <a:ext cx="3366146" cy="1361486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DBBA70A-97C6-BBDA-E7F3-C01F4DF28F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1445380" flipV="1">
              <a:off x="3664568" y="1365996"/>
              <a:ext cx="3366147" cy="136148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8BFE8A0-5540-E6BE-9B9E-6F63CA93EA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1083102">
              <a:off x="4181462" y="2748256"/>
              <a:ext cx="3366147" cy="1361486"/>
            </a:xfrm>
            <a:prstGeom prst="rect">
              <a:avLst/>
            </a:prstGeom>
          </p:spPr>
        </p:pic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FF424C1F-1247-45CF-A9FD-4D104B9D6A22}"/>
              </a:ext>
            </a:extLst>
          </p:cNvPr>
          <p:cNvSpPr/>
          <p:nvPr/>
        </p:nvSpPr>
        <p:spPr>
          <a:xfrm>
            <a:off x="3155950" y="2285775"/>
            <a:ext cx="190725" cy="19072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1599F7B-E8F6-F83D-BBB5-5BEA53FF2439}"/>
              </a:ext>
            </a:extLst>
          </p:cNvPr>
          <p:cNvSpPr/>
          <p:nvPr/>
        </p:nvSpPr>
        <p:spPr>
          <a:xfrm>
            <a:off x="2030571" y="4093854"/>
            <a:ext cx="190725" cy="19072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35AF5BE-68A2-BA82-F451-9814770B3050}"/>
              </a:ext>
            </a:extLst>
          </p:cNvPr>
          <p:cNvSpPr/>
          <p:nvPr/>
        </p:nvSpPr>
        <p:spPr>
          <a:xfrm>
            <a:off x="2576830" y="5406859"/>
            <a:ext cx="190725" cy="19072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9E3075-40D5-5758-0788-459FD96CB8C1}"/>
                  </a:ext>
                </a:extLst>
              </p:cNvPr>
              <p:cNvSpPr txBox="1"/>
              <p:nvPr/>
            </p:nvSpPr>
            <p:spPr>
              <a:xfrm>
                <a:off x="6223793" y="3754222"/>
                <a:ext cx="4940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b="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9E3075-40D5-5758-0788-459FD96CB8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3793" y="3754222"/>
                <a:ext cx="49404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52CE794-6A98-8781-0C40-BE47DDFC872C}"/>
                  </a:ext>
                </a:extLst>
              </p:cNvPr>
              <p:cNvSpPr txBox="1"/>
              <p:nvPr/>
            </p:nvSpPr>
            <p:spPr>
              <a:xfrm>
                <a:off x="2231655" y="2107168"/>
                <a:ext cx="4887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FR" b="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52CE794-6A98-8781-0C40-BE47DDFC87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655" y="2107168"/>
                <a:ext cx="48872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D3DFFB7-A7F7-E503-EA3B-28A5F3F0DD61}"/>
                  </a:ext>
                </a:extLst>
              </p:cNvPr>
              <p:cNvSpPr txBox="1"/>
              <p:nvPr/>
            </p:nvSpPr>
            <p:spPr>
              <a:xfrm>
                <a:off x="1851013" y="5946155"/>
                <a:ext cx="4940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fr-FR" b="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D3DFFB7-A7F7-E503-EA3B-28A5F3F0D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1013" y="5946155"/>
                <a:ext cx="49404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455FBB3-A9C8-E52F-3C76-76BA17682E9A}"/>
                  </a:ext>
                </a:extLst>
              </p:cNvPr>
              <p:cNvSpPr txBox="1"/>
              <p:nvPr/>
            </p:nvSpPr>
            <p:spPr>
              <a:xfrm>
                <a:off x="1148455" y="3433041"/>
                <a:ext cx="4940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FR" b="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455FBB3-A9C8-E52F-3C76-76BA17682E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8455" y="3433041"/>
                <a:ext cx="49404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9492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2.22222E-6 L 3.33333E-6 0.00023 C 0.00091 0.00023 0.00208 0.00093 0.00325 0.00162 C 0.0039 0.00185 0.00481 0.00209 0.0056 0.00255 C 0.00599 0.00255 0.00638 0.00301 0.0069 0.00347 C 0.00755 0.00371 0.00911 0.00394 0.00976 0.0044 C 0.0108 0.00463 0.01172 0.00533 0.01289 0.00579 C 0.01328 0.00579 0.01367 0.00602 0.01419 0.00625 C 0.0151 0.00648 0.01536 0.00672 0.01653 0.00718 C 0.01718 0.00718 0.0181 0.00741 0.01888 0.00764 C 0.02135 0.00857 0.02369 0.00972 0.02643 0.01042 C 0.02721 0.01042 0.02799 0.01065 0.02877 0.01088 C 0.02929 0.01088 0.02968 0.01111 0.03034 0.01134 C 0.03086 0.01134 0.03151 0.01158 0.03216 0.01204 C 0.03268 0.01204 0.0332 0.01227 0.03372 0.0125 C 0.03398 0.0125 0.03437 0.01273 0.03476 0.01297 C 0.03541 0.01297 0.03632 0.0132 0.03711 0.01343 C 0.03867 0.01366 0.03802 0.01366 0.03945 0.01435 C 0.04192 0.01482 0.03997 0.01435 0.04284 0.01505 C 0.0431 0.01505 0.04349 0.01528 0.04388 0.01551 C 0.0444 0.01551 0.04505 0.01574 0.0457 0.01597 C 0.04726 0.0169 0.04557 0.01597 0.04856 0.0169 C 0.04882 0.0169 0.04922 0.01713 0.04948 0.01736 C 0.05026 0.01759 0.05117 0.01783 0.05208 0.01829 L 0.0539 0.01922 C 0.05416 0.01922 0.05442 0.01945 0.05468 0.01968 C 0.05521 0.01991 0.05573 0.02037 0.05625 0.02107 C 0.05651 0.0213 0.05664 0.02176 0.05703 0.02199 C 0.05755 0.02222 0.0582 0.02246 0.05885 0.02292 C 0.05924 0.02338 0.05963 0.02408 0.06015 0.02454 C 0.06172 0.02593 0.06093 0.02477 0.06224 0.02639 C 0.0664 0.03172 0.06132 0.02523 0.06432 0.02963 C 0.06445 0.02986 0.06484 0.02986 0.0651 0.03033 C 0.06601 0.03148 0.06614 0.03195 0.06744 0.0331 C 0.06757 0.0331 0.06797 0.03334 0.06823 0.03357 C 0.06849 0.0338 0.06862 0.03426 0.06901 0.03449 C 0.06966 0.03496 0.07135 0.03611 0.07135 0.03634 C 0.072 0.03681 0.0733 0.03866 0.07396 0.03935 C 0.07422 0.03959 0.07461 0.03935 0.075 0.03982 C 0.07578 0.04028 0.07669 0.04144 0.0776 0.04213 C 0.07916 0.04329 0.08112 0.04398 0.08281 0.04468 C 0.08515 0.04584 0.08463 0.04584 0.08698 0.04699 C 0.08763 0.04722 0.08854 0.04769 0.08932 0.04815 C 0.0901 0.04838 0.09101 0.04908 0.09192 0.04954 C 0.09257 0.04977 0.09323 0.05 0.09401 0.05047 C 0.0944 0.0507 0.09479 0.05093 0.09531 0.05139 C 0.0957 0.05139 0.09609 0.05162 0.09661 0.05185 C 0.097 0.05209 0.09739 0.05255 0.09791 0.05278 C 0.09869 0.05301 0.09948 0.05324 0.10039 0.05371 C 0.10625 0.05625 0.10325 0.05509 0.10768 0.05741 C 0.10833 0.05764 0.10898 0.05787 0.10976 0.05834 C 0.1108 0.0588 0.11224 0.06019 0.11315 0.06111 C 0.11419 0.06204 0.11497 0.06273 0.11627 0.06343 C 0.11992 0.06482 0.12174 0.06435 0.12617 0.06482 C 0.12656 0.06482 0.12903 0.06482 0.13007 0.06574 C 0.13034 0.06574 0.13047 0.06644 0.13086 0.06667 C 0.13125 0.0669 0.1319 0.06713 0.13242 0.06759 C 0.13294 0.06829 0.13398 0.06968 0.13476 0.07037 C 0.13541 0.0706 0.13606 0.07084 0.13685 0.07153 C 0.1388 0.07246 0.13802 0.07246 0.14023 0.07338 C 0.14205 0.07408 0.14427 0.07408 0.14622 0.07431 C 0.14726 0.07431 0.1483 0.07454 0.14948 0.07477 C 0.15247 0.07547 0.14896 0.07431 0.15208 0.07639 C 0.1526 0.07662 0.15325 0.07685 0.1539 0.07732 C 0.15664 0.08079 0.15494 0.07894 0.15911 0.08195 L 0.15911 0.08218 C 0.16093 0.08403 0.15989 0.08334 0.16224 0.08403 C 0.16419 0.08542 0.16276 0.08449 0.16484 0.08542 C 0.16705 0.08634 0.16653 0.08611 0.16875 0.08727 C 0.16901 0.08727 0.1694 0.0875 0.16979 0.08773 C 0.17031 0.08797 0.17161 0.08935 0.17213 0.08982 C 0.17239 0.09005 0.17265 0.09028 0.17291 0.09074 C 0.17317 0.09097 0.1733 0.09167 0.17369 0.09213 C 0.17396 0.09259 0.17578 0.09445 0.1763 0.0956 C 0.1776 0.09792 0.17565 0.09607 0.17786 0.09884 C 0.18281 0.10486 0.17838 0.09931 0.18203 0.10255 C 0.18541 0.10533 0.18112 0.10185 0.18385 0.10394 C 0.18411 0.10417 0.1845 0.1044 0.18489 0.10486 C 0.18502 0.10486 0.18541 0.10486 0.18567 0.10509 C 0.18659 0.10579 0.18659 0.10648 0.1875 0.1081 C 0.18763 0.10834 0.18802 0.10857 0.18828 0.10903 C 0.18841 0.10949 0.18854 0.10996 0.1888 0.11042 C 0.18893 0.11088 0.18932 0.11111 0.18958 0.11181 C 0.18984 0.1125 0.1901 0.11505 0.19036 0.11644 C 0.1901 0.12986 0.19023 0.12778 0.18984 0.13727 C 0.18958 0.14213 0.18984 0.14028 0.18932 0.14352 C 0.18945 0.15023 0.18932 0.15093 0.18984 0.15648 C 0.18984 0.15718 0.18997 0.15787 0.1901 0.1588 C 0.19023 0.15996 0.19062 0.1625 0.19062 0.16273 C 0.19049 0.16597 0.19062 0.17014 0.19036 0.17408 C 0.19023 0.17477 0.18971 0.17523 0.18958 0.17593 C 0.18932 0.17616 0.18919 0.17662 0.18906 0.17732 C 0.18763 0.18148 0.18958 0.17662 0.1875 0.18102 C 0.18724 0.18125 0.18711 0.18172 0.18698 0.18241 C 0.18593 0.18496 0.18619 0.18403 0.18567 0.18704 C 0.18554 0.18843 0.18541 0.18982 0.18541 0.19144 C 0.18515 0.19352 0.18489 0.19769 0.18489 0.19792 C 0.1845 0.20972 0.1845 0.20579 0.18489 0.22014 C 0.18489 0.22176 0.18502 0.22639 0.18541 0.22894 C 0.1858 0.23172 0.18619 0.23496 0.18698 0.23797 C 0.18737 0.23982 0.18789 0.24074 0.18828 0.24283 C 0.18828 0.24352 0.18841 0.24422 0.18854 0.24514 C 0.18867 0.24584 0.1888 0.24653 0.18906 0.24746 C 0.18932 0.24908 0.18919 0.24908 0.18958 0.25093 C 0.19023 0.25394 0.1901 0.25185 0.19062 0.25579 C 0.19062 0.25672 0.19075 0.25787 0.19088 0.25903 C 0.19088 0.25949 0.19101 0.26019 0.19114 0.26088 C 0.19114 0.26181 0.19127 0.2625 0.1914 0.26343 C 0.19153 0.26412 0.19166 0.26482 0.19192 0.26574 C 0.19192 0.26644 0.19192 0.26713 0.19218 0.26806 C 0.19218 0.26852 0.19244 0.26922 0.19271 0.26991 C 0.19271 0.27014 0.19284 0.27084 0.19297 0.27153 C 0.1931 0.27292 0.19349 0.27431 0.19375 0.27593 C 0.19375 0.27639 0.19375 0.27709 0.19401 0.27778 C 0.19414 0.27824 0.19453 0.27847 0.19479 0.27917 C 0.19648 0.28264 0.19492 0.27986 0.19583 0.28148 L 0.19778 0.28542 " pathEditMode="relative" rAng="0" ptsTypes="AAAAAAAAAAAAAAAAAAAAAAAAAAAAAAAAAAAAAAAAAAAAAAAAAAAAAAAAAAAAAAAAAAAAAAAAAAAAAAAAAAAAAAAAAAAAAAAAAAAAAAAAAAAAAAAAAAAAA">
                                      <p:cBhvr>
                                        <p:cTn id="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883" y="14259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04 0.00232 L -0.00104 0.00255 C 0.00052 0.00116 0.00195 -1.48148E-6 0.00365 -0.00116 C 0.00937 -0.00417 0.01523 -0.00301 0.02161 -0.00347 C 0.02227 -0.0037 0.02292 -0.00393 0.0237 -0.0044 C 0.02448 -0.00463 0.02539 -0.00463 0.0263 -0.00509 C 0.03229 -0.00833 0.02318 -0.00555 0.03216 -0.00787 C 0.03268 -0.0081 0.03307 -0.0081 0.03372 -0.00856 C 0.03437 -0.00879 0.03503 -0.00903 0.03581 -0.00949 C 0.04206 -0.0125 0.03477 -0.00972 0.04115 -0.0118 C 0.0418 -0.01204 0.04245 -0.01227 0.04323 -0.01273 C 0.04375 -0.01296 0.04414 -0.01342 0.04492 -0.01366 C 0.05091 -0.01458 0.0651 -0.01504 0.06862 -0.01528 C 0.08346 -0.01458 0.09544 -0.01366 0.11042 -0.01528 C 0.11094 -0.01528 0.11133 -0.01667 0.11198 -0.01713 C 0.11263 -0.01736 0.11328 -0.01736 0.11406 -0.01782 C 0.11458 -0.01875 0.11484 -0.01967 0.11575 -0.02037 C 0.11654 -0.02083 0.11745 -0.0206 0.11836 -0.02106 C 0.11888 -0.02129 0.1194 -0.02153 0.11992 -0.02199 C 0.12083 -0.02245 0.12292 -0.02384 0.12422 -0.02454 C 0.1276 -0.02592 0.12943 -0.02569 0.13359 -0.02639 C 0.13424 -0.02662 0.13503 -0.02685 0.13581 -0.02708 C 0.13802 -0.02754 0.14453 -0.02824 0.14648 -0.0287 C 0.14753 -0.02917 0.14844 -0.02986 0.14961 -0.03032 L 0.15508 -0.03217 C 0.15586 -0.03241 0.15677 -0.03264 0.15768 -0.03287 C 0.15898 -0.03333 0.16042 -0.03379 0.16185 -0.03472 C 0.16406 -0.03565 0.16276 -0.03518 0.16549 -0.03565 C 0.16823 -0.03565 0.17083 -0.03565 0.17344 -0.03565 C 0.17435 -0.03542 0.17526 -0.03472 0.17617 -0.03472 C 0.1776 -0.03426 0.1793 -0.03403 0.18086 -0.03379 C 0.18724 -0.03403 0.19362 -0.03403 0.2 -0.03472 C 0.20065 -0.03472 0.2013 -0.03542 0.20208 -0.03565 C 0.20338 -0.03565 0.20482 -0.03565 0.20625 -0.03565 C 0.20703 -0.03565 0.20807 -0.03565 0.20885 -0.03565 C 0.20924 -0.03495 0.20898 -0.03356 0.20937 -0.03287 C 0.21029 -0.03055 0.21146 -0.02963 0.21315 -0.0287 C 0.21367 -0.02824 0.21432 -0.02801 0.21484 -0.02778 C 0.21719 -0.02199 0.21562 -0.02338 0.21849 -0.02199 C 0.21875 -0.0206 0.21888 -0.01944 0.21953 -0.01875 C 0.21979 -0.01805 0.22057 -0.01805 0.22109 -0.01782 C 0.22161 -0.01736 0.22213 -0.01667 0.22266 -0.0162 C 0.22422 -0.01088 0.22318 -0.01366 0.22578 -0.00787 C 0.22604 -0.00694 0.22617 -0.00555 0.22682 -0.00509 C 0.2276 -0.0044 0.22838 -0.00324 0.22956 -0.00254 C 0.23021 -0.00208 0.23086 -0.00208 0.23164 -0.00185 C 0.23281 -0.00069 0.23359 0.00116 0.2349 0.00139 C 0.23555 0.00185 0.2362 0.00208 0.23698 0.00232 C 0.2375 0.00278 0.23789 0.00301 0.23854 0.00324 C 0.23984 0.00394 0.24141 0.00417 0.24271 0.00486 C 0.24622 0.00764 0.24323 0.00579 0.247 0.00741 C 0.24805 0.00787 0.24896 0.00857 0.25013 0.00903 C 0.25078 0.00949 0.25156 0.00972 0.25234 0.00996 C 0.25286 0.01042 0.25325 0.01065 0.25391 0.01065 C 0.26328 0.01389 0.25338 0.01019 0.25977 0.0125 C 0.26029 0.0132 0.26068 0.01366 0.26133 0.01412 C 0.26224 0.01482 0.26445 0.01574 0.26445 0.01597 C 0.2651 0.01667 0.26575 0.01759 0.26654 0.01829 C 0.26706 0.01898 0.26784 0.01898 0.26862 0.01921 C 0.27266 0.0206 0.27018 0.01968 0.27565 0.02083 C 0.27643 0.02107 0.27734 0.02176 0.27825 0.02176 C 0.28385 0.02292 0.28424 0.02269 0.2901 0.02269 L 0.2901 0.02292 " pathEditMode="relative" rAng="0" ptsTypes="AAAAAAAAAAAAAAAAAAAAAAAAAAAAAAAAAAAAAAAAAAAAAAAAAAAAAAAAAAAAAAA">
                                      <p:cBhvr>
                                        <p:cTn id="8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557" y="-880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0.00115 L -6.25E-7 0.00162 L 0.0375 0.00069 C 0.03815 0.00046 0.0388 0.00023 0.03958 0.00023 C 0.0418 -0.00023 0.04427 -0.00023 0.04662 -0.00023 C 0.04792 -0.0007 0.05091 -0.00162 0.0526 -0.00162 C 0.05404 -0.00185 0.05573 -0.00209 0.05729 -0.00209 C 0.05742 -0.00232 0.06029 -0.00301 0.06068 -0.00301 C 0.06094 -0.00324 0.06133 -0.00394 0.06172 -0.00394 C 0.0625 -0.0044 0.06341 -0.0044 0.06432 -0.0044 C 0.06458 -0.00463 0.06497 -0.00486 0.06537 -0.00486 C 0.06589 -0.00533 0.06628 -0.00579 0.06693 -0.00579 C 0.06745 -0.00625 0.0681 -0.00625 0.06875 -0.00625 C 0.06901 -0.00648 0.0694 -0.00672 0.06979 -0.00672 C 0.07018 -0.00695 0.07057 -0.00718 0.07109 -0.00718 C 0.07422 -0.00903 0.07031 -0.00764 0.07396 -0.00857 C 0.07578 -0.01042 0.07461 -0.00949 0.0776 -0.01042 C 0.08073 -0.01158 0.07669 -0.01019 0.08047 -0.01135 C 0.08086 -0.01158 0.08125 -0.01158 0.08203 -0.01158 C 0.08229 -0.01181 0.08268 -0.01204 0.08307 -0.01204 C 0.08464 -0.0125 0.08633 -0.0125 0.08802 -0.0125 C 0.09037 -0.01366 0.08737 -0.01227 0.09089 -0.01389 C 0.09115 -0.01435 0.09154 -0.01459 0.09193 -0.01459 C 0.09232 -0.01505 0.09271 -0.01528 0.09323 -0.01551 C 0.09375 -0.01597 0.09544 -0.0169 0.09583 -0.0169 C 0.09662 -0.01736 0.10065 -0.01783 0.1013 -0.01783 C 0.10156 -0.01806 0.10195 -0.01829 0.10234 -0.01829 C 0.10625 -0.01829 0.11029 -0.01806 0.11432 -0.01783 L 0.13229 -0.01736 C 0.14258 -0.01435 0.13581 -0.01621 0.1612 -0.01736 C 0.16172 -0.0176 0.16211 -0.01829 0.16276 -0.01829 C 0.16628 -0.01968 0.16185 -0.01806 0.16563 -0.01968 C 0.16602 -0.01991 0.16641 -0.02014 0.16693 -0.02014 C 0.16719 -0.02037 0.16758 -0.0206 0.16797 -0.0206 C 0.16836 -0.02084 0.16875 -0.02107 0.16927 -0.02107 C 0.17162 -0.02176 0.17109 -0.0213 0.17318 -0.02199 C 0.17578 -0.02315 0.17227 -0.02199 0.17552 -0.02338 C 0.17591 -0.02385 0.17656 -0.02385 0.17708 -0.02385 C 0.1776 -0.02431 0.178 -0.02454 0.17865 -0.02477 C 0.1793 -0.025 0.17995 -0.02523 0.18073 -0.02547 C 0.18151 -0.02593 0.18242 -0.02593 0.18333 -0.02639 C 0.18607 -0.02847 0.1832 -0.02662 0.18568 -0.02778 C 0.18646 -0.02824 0.18711 -0.02917 0.18802 -0.02917 L 0.19063 -0.02986 C 0.19284 -0.03102 0.19089 -0.03033 0.19531 -0.03079 C 0.19609 -0.03102 0.19688 -0.03125 0.19766 -0.03125 C 0.19792 -0.03148 0.19805 -0.03172 0.19844 -0.03172 C 0.19961 -0.03218 0.20208 -0.03264 0.20208 -0.03241 C 0.20417 -0.03472 0.20195 -0.03287 0.20521 -0.03403 C 0.20573 -0.03426 0.20612 -0.03472 0.20677 -0.03496 C 0.20716 -0.03519 0.20755 -0.03542 0.20807 -0.03542 C 0.21172 -0.03866 0.20768 -0.03519 0.21094 -0.03797 C 0.21211 -0.03935 0.21185 -0.03866 0.21302 -0.04028 C 0.21419 -0.04236 0.2138 -0.04167 0.21458 -0.04352 C 0.2151 -0.04491 0.21537 -0.04584 0.21589 -0.04699 C 0.21615 -0.04815 0.21654 -0.04931 0.21693 -0.05023 C 0.21693 -0.05093 0.21706 -0.05209 0.21719 -0.05278 C 0.21758 -0.05718 0.21719 -0.05255 0.21771 -0.05602 C 0.21771 -0.05695 0.21784 -0.05764 0.21797 -0.05834 C 0.2181 -0.05926 0.21823 -0.05996 0.21849 -0.06088 C 0.21849 -0.06135 0.21862 -0.06204 0.21875 -0.06227 C 0.21888 -0.06297 0.21901 -0.06366 0.21927 -0.06389 C 0.21966 -0.06551 0.22018 -0.0669 0.22083 -0.06806 C 0.22096 -0.06875 0.22135 -0.06898 0.22162 -0.06945 C 0.22214 -0.07292 0.22135 -0.06898 0.22266 -0.07222 C 0.22279 -0.07269 0.22279 -0.07338 0.22292 -0.07361 C 0.22305 -0.07431 0.22318 -0.07454 0.22344 -0.075 C 0.22357 -0.07593 0.2237 -0.07685 0.22396 -0.07732 C 0.22409 -0.07824 0.22448 -0.07894 0.22474 -0.07963 C 0.22487 -0.08056 0.225 -0.08148 0.22526 -0.08241 C 0.22539 -0.08403 0.22578 -0.08704 0.22578 -0.08681 C 0.22578 -0.08889 0.22578 -0.09028 0.22604 -0.09213 C 0.22617 -0.09375 0.22656 -0.09491 0.22682 -0.0963 L 0.22708 -0.09769 C 0.22708 -0.09815 0.22721 -0.09885 0.22734 -0.09908 C 0.22774 -0.10116 0.22826 -0.10324 0.22865 -0.10486 C 0.22865 -0.10579 0.22865 -0.10718 0.22891 -0.10787 C 0.22917 -0.10996 0.22956 -0.11158 0.22995 -0.11343 C 0.23008 -0.11482 0.23021 -0.11528 0.23047 -0.11644 C 0.23047 -0.11736 0.2306 -0.11852 0.23073 -0.11922 C 0.23073 -0.12014 0.23086 -0.12084 0.23099 -0.12153 C 0.23099 -0.12292 0.23099 -0.12408 0.23125 -0.125 C 0.23125 -0.1257 0.23151 -0.12639 0.23177 -0.12685 C 0.23177 -0.12732 0.2319 -0.12801 0.23203 -0.12824 C 0.23216 -0.12917 0.23229 -0.12963 0.23255 -0.13033 C 0.23255 -0.13102 0.23268 -0.13172 0.23281 -0.13218 C 0.23346 -0.13565 0.23307 -0.13287 0.23385 -0.13542 C 0.23385 -0.13588 0.23385 -0.13658 0.23412 -0.13681 C 0.23438 -0.1382 0.23477 -0.13889 0.23516 -0.13982 L 0.23568 -0.14167 C 0.23568 -0.14236 0.23568 -0.14306 0.23594 -0.14375 C 0.2362 -0.14514 0.23659 -0.1463 0.23698 -0.14746 C 0.23711 -0.14815 0.23737 -0.14885 0.2375 -0.14931 C 0.23802 -0.15232 0.23737 -0.14931 0.23828 -0.15255 C 0.23841 -0.15371 0.23854 -0.1544 0.2388 -0.1551 C 0.23893 -0.15556 0.23906 -0.15625 0.23932 -0.15672 C 0.23932 -0.15718 0.23932 -0.15787 0.23958 -0.1581 C 0.23971 -0.1588 0.2401 -0.15903 0.24037 -0.15949 C 0.24154 -0.16227 0.2405 -0.16065 0.24193 -0.16227 C 0.2431 -0.16574 0.24154 -0.16158 0.24323 -0.16505 C 0.24388 -0.16667 0.24336 -0.16644 0.24401 -0.16644 L 0.24531 -0.16852 " pathEditMode="relative" rAng="0" ptsTypes="AAAAAAAAAAAAAAAAAAAAAAAAAAAAAAAAAAAAAAAAAAAAAAAAAAAAAAAAAAAAAAAAAAAAAAAAAAAAAAAAAAAAAAAAAAAAAAAAAAAAAA">
                                      <p:cBhvr>
                                        <p:cTn id="10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66" y="-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</p:cBhvr>
                                      <p:by x="200000" y="200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6" presetClass="emph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0" presetClass="path" presetSubtype="0" ac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901 0.02407 L 0.2901 0.02407 C 0.29349 0.02454 0.29284 0.02454 0.29766 0.02407 C 0.29857 0.02384 0.29935 0.02361 0.30026 0.02338 C 0.30052 0.02315 0.30091 0.02292 0.30117 0.02268 C 0.30117 0.02268 0.3026 0.0213 0.30286 0.0213 C 0.30521 0.02106 0.30755 0.02106 0.30976 0.02083 C 0.31484 0.02014 0.30898 0.02106 0.31953 0.02014 C 0.32187 0.02014 0.32539 0.01991 0.32812 0.01921 C 0.3306 0.01852 0.32786 0.01898 0.33086 0.01852 L 0.33489 0.01782 L 0.33724 0.01759 C 0.34297 0.01759 0.34883 0.01759 0.35443 0.01782 C 0.35495 0.01782 0.35573 0.01921 0.35599 0.01944 C 0.3569 0.02037 0.35716 0.02083 0.35807 0.0213 C 0.35872 0.02176 0.3595 0.02245 0.36042 0.02268 L 0.36641 0.02361 C 0.36706 0.02384 0.36758 0.02384 0.36823 0.02407 L 0.37266 0.02477 L 0.375 0.025 C 0.37604 0.02546 0.37721 0.02593 0.37838 0.02616 C 0.38151 0.02662 0.3862 0.02685 0.38945 0.02708 C 0.39831 0.02847 0.39167 0.02755 0.41146 0.02708 L 0.42135 0.02685 C 0.42279 0.02639 0.42487 0.02593 0.42617 0.02569 C 0.43463 0.025 0.42904 0.02546 0.44323 0.025 C 0.45013 0.02361 0.44661 0.02407 0.45833 0.02477 C 0.45911 0.02477 0.46016 0.02569 0.46068 0.02569 C 0.46133 0.02593 0.46198 0.02593 0.46276 0.02616 C 0.46289 0.02616 0.46302 0.02639 0.46328 0.02639 C 0.46497 0.02708 0.46419 0.02662 0.46562 0.02708 C 0.46614 0.02731 0.46654 0.02755 0.46693 0.02778 C 0.46758 0.02801 0.46927 0.0287 0.46953 0.02893 C 0.47005 0.02893 0.4707 0.02917 0.47135 0.02917 C 0.47292 0.03032 0.47161 0.02963 0.47344 0.03032 C 0.47409 0.03056 0.47461 0.03079 0.47526 0.03102 C 0.47552 0.03102 0.47565 0.03125 0.47604 0.03125 C 0.47669 0.03148 0.4776 0.03148 0.47838 0.03171 C 0.47891 0.03194 0.4793 0.03218 0.47995 0.03241 C 0.48164 0.03287 0.48346 0.0331 0.48516 0.03333 C 0.48724 0.03403 0.48529 0.03356 0.48906 0.03403 C 0.48971 0.03403 0.49023 0.03426 0.49088 0.03449 C 0.49154 0.03449 0.49245 0.03472 0.49323 0.03472 L 0.49427 0.03518 L 0.49557 0.03518 " pathEditMode="relative" ptsTypes="AAAAAAAAAAAAAAAAAAAAAAAAAAAAAAAAAAAAAAAAAAAAA">
                                      <p:cBhvr>
                                        <p:cTn id="27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2" presetClass="exit" presetSubtype="2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2" grpId="0" animBg="1"/>
      <p:bldP spid="12" grpId="1" animBg="1"/>
      <p:bldP spid="12" grpId="2" animBg="1"/>
      <p:bldP spid="12" grpId="3" animBg="1"/>
      <p:bldP spid="12" grpId="4" animBg="1"/>
      <p:bldP spid="13" grpId="0" animBg="1"/>
      <p:bldP spid="13" grpId="1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953F0-7D9F-B466-812A-9247418D7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of a neuron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E59DB4-9EAB-BBE3-E7F7-0FFF1CF7FD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216" y="1934016"/>
            <a:ext cx="4794929" cy="39676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9AA6CD6-68AC-7D72-8E72-BD42E98E04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6178" y="1934013"/>
            <a:ext cx="2928606" cy="396761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1DD3288-C37B-3251-6783-EB0678747528}"/>
              </a:ext>
            </a:extLst>
          </p:cNvPr>
          <p:cNvSpPr txBox="1"/>
          <p:nvPr/>
        </p:nvSpPr>
        <p:spPr>
          <a:xfrm>
            <a:off x="2404294" y="5901628"/>
            <a:ext cx="1807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Biological neuron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EC6DEB-D796-E1A0-5906-1699A8A33DA9}"/>
              </a:ext>
            </a:extLst>
          </p:cNvPr>
          <p:cNvSpPr txBox="1"/>
          <p:nvPr/>
        </p:nvSpPr>
        <p:spPr>
          <a:xfrm>
            <a:off x="8540176" y="5960287"/>
            <a:ext cx="1823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Computer neuron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A155C19-16D5-74F1-FDB9-DD6CCA68AFB5}"/>
              </a:ext>
            </a:extLst>
          </p:cNvPr>
          <p:cNvCxnSpPr>
            <a:cxnSpLocks/>
          </p:cNvCxnSpPr>
          <p:nvPr/>
        </p:nvCxnSpPr>
        <p:spPr>
          <a:xfrm flipV="1">
            <a:off x="2636585" y="3569110"/>
            <a:ext cx="908095" cy="81607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5D07D96-942A-241C-B12F-F4EF75EB0CA6}"/>
              </a:ext>
            </a:extLst>
          </p:cNvPr>
          <p:cNvCxnSpPr>
            <a:cxnSpLocks/>
          </p:cNvCxnSpPr>
          <p:nvPr/>
        </p:nvCxnSpPr>
        <p:spPr>
          <a:xfrm flipV="1">
            <a:off x="2685128" y="3667432"/>
            <a:ext cx="1031466" cy="75534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53CF1AC-2F1E-E9DB-4121-AC4F69D58587}"/>
              </a:ext>
            </a:extLst>
          </p:cNvPr>
          <p:cNvCxnSpPr>
            <a:cxnSpLocks/>
          </p:cNvCxnSpPr>
          <p:nvPr/>
        </p:nvCxnSpPr>
        <p:spPr>
          <a:xfrm flipV="1">
            <a:off x="2753032" y="3861930"/>
            <a:ext cx="914401" cy="62158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459D183-CA98-AB35-FED0-E89475D08F83}"/>
              </a:ext>
            </a:extLst>
          </p:cNvPr>
          <p:cNvCxnSpPr>
            <a:cxnSpLocks/>
          </p:cNvCxnSpPr>
          <p:nvPr/>
        </p:nvCxnSpPr>
        <p:spPr>
          <a:xfrm flipV="1">
            <a:off x="2566220" y="3355279"/>
            <a:ext cx="811160" cy="102990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DA97667-60DF-71DC-4282-B477815DEC01}"/>
              </a:ext>
            </a:extLst>
          </p:cNvPr>
          <p:cNvCxnSpPr>
            <a:cxnSpLocks/>
          </p:cNvCxnSpPr>
          <p:nvPr/>
        </p:nvCxnSpPr>
        <p:spPr>
          <a:xfrm flipV="1">
            <a:off x="2487561" y="3667432"/>
            <a:ext cx="530942" cy="71775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4BFB6EE6-42EE-6B49-73FA-DB106FA1C837}"/>
              </a:ext>
            </a:extLst>
          </p:cNvPr>
          <p:cNvSpPr txBox="1"/>
          <p:nvPr/>
        </p:nvSpPr>
        <p:spPr>
          <a:xfrm>
            <a:off x="1693637" y="4357506"/>
            <a:ext cx="1039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synapses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EC0EC78-B258-0CE9-7486-C00CCABD7D29}"/>
              </a:ext>
            </a:extLst>
          </p:cNvPr>
          <p:cNvCxnSpPr>
            <a:cxnSpLocks/>
          </p:cNvCxnSpPr>
          <p:nvPr/>
        </p:nvCxnSpPr>
        <p:spPr>
          <a:xfrm flipV="1">
            <a:off x="8518292" y="2895600"/>
            <a:ext cx="920676" cy="9242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EB674AE-21AA-0073-AA90-635004B8223B}"/>
              </a:ext>
            </a:extLst>
          </p:cNvPr>
          <p:cNvCxnSpPr>
            <a:cxnSpLocks/>
          </p:cNvCxnSpPr>
          <p:nvPr/>
        </p:nvCxnSpPr>
        <p:spPr>
          <a:xfrm flipV="1">
            <a:off x="8598441" y="2962275"/>
            <a:ext cx="1174209" cy="89965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E487D33-1CE2-76E6-BD58-A997A74C8B8E}"/>
              </a:ext>
            </a:extLst>
          </p:cNvPr>
          <p:cNvCxnSpPr>
            <a:cxnSpLocks/>
          </p:cNvCxnSpPr>
          <p:nvPr/>
        </p:nvCxnSpPr>
        <p:spPr>
          <a:xfrm flipV="1">
            <a:off x="8655943" y="3279775"/>
            <a:ext cx="1532632" cy="63838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C92BFDF-AD62-6604-3DA3-23F30336E365}"/>
              </a:ext>
            </a:extLst>
          </p:cNvPr>
          <p:cNvCxnSpPr>
            <a:cxnSpLocks/>
          </p:cNvCxnSpPr>
          <p:nvPr/>
        </p:nvCxnSpPr>
        <p:spPr>
          <a:xfrm flipV="1">
            <a:off x="8469131" y="3006725"/>
            <a:ext cx="658994" cy="81310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5096295-873C-4299-7F05-D47886E447BA}"/>
              </a:ext>
            </a:extLst>
          </p:cNvPr>
          <p:cNvCxnSpPr>
            <a:cxnSpLocks/>
          </p:cNvCxnSpPr>
          <p:nvPr/>
        </p:nvCxnSpPr>
        <p:spPr>
          <a:xfrm flipV="1">
            <a:off x="8390472" y="3171825"/>
            <a:ext cx="356653" cy="64800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CBE7A1F-DD79-E697-8793-5F6A768D16D8}"/>
              </a:ext>
            </a:extLst>
          </p:cNvPr>
          <p:cNvSpPr txBox="1"/>
          <p:nvPr/>
        </p:nvSpPr>
        <p:spPr>
          <a:xfrm>
            <a:off x="7662083" y="3800266"/>
            <a:ext cx="1300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weights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2FFC374-5521-7778-B7CE-F6A07A55C65E}"/>
              </a:ext>
            </a:extLst>
          </p:cNvPr>
          <p:cNvCxnSpPr>
            <a:cxnSpLocks/>
          </p:cNvCxnSpPr>
          <p:nvPr/>
        </p:nvCxnSpPr>
        <p:spPr>
          <a:xfrm flipH="1" flipV="1">
            <a:off x="3374151" y="3773637"/>
            <a:ext cx="657075" cy="395961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7DBA391-55FA-4184-AF09-1AC72F2F6307}"/>
              </a:ext>
            </a:extLst>
          </p:cNvPr>
          <p:cNvSpPr txBox="1"/>
          <p:nvPr/>
        </p:nvSpPr>
        <p:spPr>
          <a:xfrm>
            <a:off x="4031226" y="4043594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cell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0C8F0E1-A967-7A7D-5CF6-DD7C6007DC55}"/>
              </a:ext>
            </a:extLst>
          </p:cNvPr>
          <p:cNvCxnSpPr>
            <a:cxnSpLocks/>
          </p:cNvCxnSpPr>
          <p:nvPr/>
        </p:nvCxnSpPr>
        <p:spPr>
          <a:xfrm flipV="1">
            <a:off x="8378688" y="4240527"/>
            <a:ext cx="776749" cy="471228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AA90C42-89B9-30E4-67D6-261C0E3965A4}"/>
              </a:ext>
            </a:extLst>
          </p:cNvPr>
          <p:cNvSpPr txBox="1"/>
          <p:nvPr/>
        </p:nvSpPr>
        <p:spPr>
          <a:xfrm>
            <a:off x="7086599" y="4447248"/>
            <a:ext cx="14687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aggregation function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9763354-7708-CD22-1A4C-8C3A5844ADF0}"/>
              </a:ext>
            </a:extLst>
          </p:cNvPr>
          <p:cNvCxnSpPr>
            <a:cxnSpLocks/>
          </p:cNvCxnSpPr>
          <p:nvPr/>
        </p:nvCxnSpPr>
        <p:spPr>
          <a:xfrm flipH="1" flipV="1">
            <a:off x="3629790" y="5136337"/>
            <a:ext cx="657075" cy="39596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88622FF-EF92-B844-6153-7915E2684100}"/>
              </a:ext>
            </a:extLst>
          </p:cNvPr>
          <p:cNvSpPr txBox="1"/>
          <p:nvPr/>
        </p:nvSpPr>
        <p:spPr>
          <a:xfrm>
            <a:off x="4254965" y="5341197"/>
            <a:ext cx="643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axon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7540C07-FD18-576B-7BD6-F6BD64A95994}"/>
              </a:ext>
            </a:extLst>
          </p:cNvPr>
          <p:cNvCxnSpPr>
            <a:cxnSpLocks/>
          </p:cNvCxnSpPr>
          <p:nvPr/>
        </p:nvCxnSpPr>
        <p:spPr>
          <a:xfrm flipV="1">
            <a:off x="8311579" y="5532298"/>
            <a:ext cx="1056681" cy="16304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7C2D2F31-60BB-BD94-E05B-966D0BEDDF53}"/>
              </a:ext>
            </a:extLst>
          </p:cNvPr>
          <p:cNvSpPr txBox="1"/>
          <p:nvPr/>
        </p:nvSpPr>
        <p:spPr>
          <a:xfrm>
            <a:off x="7441905" y="5512784"/>
            <a:ext cx="10229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1293831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7" grpId="0"/>
      <p:bldP spid="22" grpId="0"/>
      <p:bldP spid="24" grpId="0"/>
      <p:bldP spid="27" grpId="0"/>
      <p:bldP spid="2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CCF54-59D2-7D29-B400-71C1A8085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CE4EB-E977-7F2F-4F09-9A91D5F75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neurons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B1F484B-4322-FCEE-1CCD-832C91E5475C}"/>
                  </a:ext>
                </a:extLst>
              </p:cNvPr>
              <p:cNvSpPr txBox="1"/>
              <p:nvPr/>
            </p:nvSpPr>
            <p:spPr>
              <a:xfrm>
                <a:off x="2233484" y="3360214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CCCC47-E349-62EC-0752-178FDD0286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3484" y="3360214"/>
                <a:ext cx="36798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AEFA100-8A0E-D1FA-0D3B-4823A8A318DE}"/>
              </a:ext>
            </a:extLst>
          </p:cNvPr>
          <p:cNvCxnSpPr>
            <a:cxnSpLocks/>
            <a:stCxn id="282" idx="2"/>
            <a:endCxn id="4" idx="3"/>
          </p:cNvCxnSpPr>
          <p:nvPr/>
        </p:nvCxnSpPr>
        <p:spPr>
          <a:xfrm flipH="1" flipV="1">
            <a:off x="2601470" y="3544880"/>
            <a:ext cx="3299208" cy="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7D7CDA8-3B34-DDAB-812B-B9E80B547E17}"/>
              </a:ext>
            </a:extLst>
          </p:cNvPr>
          <p:cNvCxnSpPr>
            <a:cxnSpLocks/>
            <a:stCxn id="282" idx="6"/>
            <a:endCxn id="306" idx="1"/>
          </p:cNvCxnSpPr>
          <p:nvPr/>
        </p:nvCxnSpPr>
        <p:spPr>
          <a:xfrm flipV="1">
            <a:off x="6179817" y="3544880"/>
            <a:ext cx="3583116" cy="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Oval 281">
            <a:extLst>
              <a:ext uri="{FF2B5EF4-FFF2-40B4-BE49-F238E27FC236}">
                <a16:creationId xmlns:a16="http://schemas.microsoft.com/office/drawing/2014/main" id="{7CFE64F1-2A81-3B49-9225-7B0DFDB5B790}"/>
              </a:ext>
            </a:extLst>
          </p:cNvPr>
          <p:cNvSpPr/>
          <p:nvPr/>
        </p:nvSpPr>
        <p:spPr>
          <a:xfrm>
            <a:off x="5900678" y="3405311"/>
            <a:ext cx="279139" cy="279139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u="sng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FCB4E03A-9CFE-5322-1137-AE4256EE7642}"/>
                  </a:ext>
                </a:extLst>
              </p:cNvPr>
              <p:cNvSpPr txBox="1"/>
              <p:nvPr/>
            </p:nvSpPr>
            <p:spPr>
              <a:xfrm>
                <a:off x="9762933" y="3360214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A047740E-8908-F523-7B3D-9AF21CB17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2933" y="3360214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3433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85477-A56B-DB11-4530-ED99B636E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B1C6F-6CBF-F3EA-876E-F07B31B05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neurons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AB75F99-E738-251F-C26E-E41B389D4668}"/>
                  </a:ext>
                </a:extLst>
              </p:cNvPr>
              <p:cNvSpPr txBox="1"/>
              <p:nvPr/>
            </p:nvSpPr>
            <p:spPr>
              <a:xfrm>
                <a:off x="2233484" y="3360214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CCCC47-E349-62EC-0752-178FDD0286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3484" y="3360214"/>
                <a:ext cx="36798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1AF400E-9B7E-0448-FC8D-7AB8E1A284F3}"/>
              </a:ext>
            </a:extLst>
          </p:cNvPr>
          <p:cNvCxnSpPr>
            <a:cxnSpLocks/>
            <a:stCxn id="282" idx="2"/>
            <a:endCxn id="4" idx="3"/>
          </p:cNvCxnSpPr>
          <p:nvPr/>
        </p:nvCxnSpPr>
        <p:spPr>
          <a:xfrm flipH="1" flipV="1">
            <a:off x="2601470" y="3544880"/>
            <a:ext cx="3299208" cy="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F0EBC0BC-1B5A-BD17-DFDE-AF4F23631F44}"/>
              </a:ext>
            </a:extLst>
          </p:cNvPr>
          <p:cNvCxnSpPr>
            <a:cxnSpLocks/>
            <a:stCxn id="282" idx="6"/>
            <a:endCxn id="306" idx="1"/>
          </p:cNvCxnSpPr>
          <p:nvPr/>
        </p:nvCxnSpPr>
        <p:spPr>
          <a:xfrm flipV="1">
            <a:off x="6179817" y="3544880"/>
            <a:ext cx="3583116" cy="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Oval 281">
            <a:extLst>
              <a:ext uri="{FF2B5EF4-FFF2-40B4-BE49-F238E27FC236}">
                <a16:creationId xmlns:a16="http://schemas.microsoft.com/office/drawing/2014/main" id="{C9556440-6248-4196-79EE-57E4C3B2D5EF}"/>
              </a:ext>
            </a:extLst>
          </p:cNvPr>
          <p:cNvSpPr/>
          <p:nvPr/>
        </p:nvSpPr>
        <p:spPr>
          <a:xfrm>
            <a:off x="5900678" y="3405311"/>
            <a:ext cx="279139" cy="279139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u="sng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CDB4E5A2-6EB9-FFA4-2D35-253074DDEF0F}"/>
                  </a:ext>
                </a:extLst>
              </p:cNvPr>
              <p:cNvSpPr txBox="1"/>
              <p:nvPr/>
            </p:nvSpPr>
            <p:spPr>
              <a:xfrm>
                <a:off x="9762933" y="3360214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A047740E-8908-F523-7B3D-9AF21CB17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2933" y="3360214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DC48868C-AD97-2302-23BA-01EBB1C711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4442" y="3923726"/>
                <a:ext cx="3583116" cy="32316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=</m:t>
                      </m:r>
                      <m:sSub>
                        <m:sSubPr>
                          <m:ctrlP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0" lang="en-GB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DC48868C-AD97-2302-23BA-01EBB1C711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04442" y="3923726"/>
                <a:ext cx="3583116" cy="323165"/>
              </a:xfrm>
              <a:prstGeom prst="rect">
                <a:avLst/>
              </a:prstGeom>
              <a:blipFill>
                <a:blip r:embed="rId4"/>
                <a:stretch>
                  <a:fillRect t="-26415" b="-26415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9484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D12CE-65A3-E7E1-C335-07AA54E6A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neurons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CCCC47-E349-62EC-0752-178FDD028680}"/>
                  </a:ext>
                </a:extLst>
              </p:cNvPr>
              <p:cNvSpPr txBox="1"/>
              <p:nvPr/>
            </p:nvSpPr>
            <p:spPr>
              <a:xfrm>
                <a:off x="2233484" y="3360214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CCCC47-E349-62EC-0752-178FDD0286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3484" y="3360214"/>
                <a:ext cx="36798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159E4A6-7D13-BCD2-5697-BE3FF1D98525}"/>
              </a:ext>
            </a:extLst>
          </p:cNvPr>
          <p:cNvCxnSpPr>
            <a:cxnSpLocks/>
            <a:stCxn id="282" idx="2"/>
            <a:endCxn id="4" idx="3"/>
          </p:cNvCxnSpPr>
          <p:nvPr/>
        </p:nvCxnSpPr>
        <p:spPr>
          <a:xfrm flipH="1" flipV="1">
            <a:off x="2601470" y="3544880"/>
            <a:ext cx="3299208" cy="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5175E792-C76E-B071-3DB8-8A66BB00D743}"/>
              </a:ext>
            </a:extLst>
          </p:cNvPr>
          <p:cNvCxnSpPr>
            <a:cxnSpLocks/>
            <a:stCxn id="282" idx="6"/>
            <a:endCxn id="306" idx="1"/>
          </p:cNvCxnSpPr>
          <p:nvPr/>
        </p:nvCxnSpPr>
        <p:spPr>
          <a:xfrm flipV="1">
            <a:off x="6179817" y="3544880"/>
            <a:ext cx="3583116" cy="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Oval 281">
            <a:extLst>
              <a:ext uri="{FF2B5EF4-FFF2-40B4-BE49-F238E27FC236}">
                <a16:creationId xmlns:a16="http://schemas.microsoft.com/office/drawing/2014/main" id="{B72DFBA1-C488-4838-3451-70C7903920DD}"/>
              </a:ext>
            </a:extLst>
          </p:cNvPr>
          <p:cNvSpPr/>
          <p:nvPr/>
        </p:nvSpPr>
        <p:spPr>
          <a:xfrm>
            <a:off x="5900678" y="3405311"/>
            <a:ext cx="279139" cy="279139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u="sng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A047740E-8908-F523-7B3D-9AF21CB174D2}"/>
                  </a:ext>
                </a:extLst>
              </p:cNvPr>
              <p:cNvSpPr txBox="1"/>
              <p:nvPr/>
            </p:nvSpPr>
            <p:spPr>
              <a:xfrm>
                <a:off x="9762933" y="3360214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A047740E-8908-F523-7B3D-9AF21CB17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2933" y="3360214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37B83741-B609-AAA9-9CE4-B9C0AB2FCC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4442" y="3923726"/>
                <a:ext cx="3583116" cy="32316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=</m:t>
                      </m:r>
                      <m:sSub>
                        <m:sSubPr>
                          <m:ctrlP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0" lang="en-GB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37B83741-B609-AAA9-9CE4-B9C0AB2FCCF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04442" y="3923726"/>
                <a:ext cx="3583116" cy="323165"/>
              </a:xfrm>
              <a:prstGeom prst="rect">
                <a:avLst/>
              </a:prstGeom>
              <a:blipFill>
                <a:blip r:embed="rId4"/>
                <a:stretch>
                  <a:fillRect t="-26415" b="-26415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3">
                <a:extLst>
                  <a:ext uri="{FF2B5EF4-FFF2-40B4-BE49-F238E27FC236}">
                    <a16:creationId xmlns:a16="http://schemas.microsoft.com/office/drawing/2014/main" id="{191E2D42-BEF3-18E9-67F6-1A438A4E8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71375" y="3923726"/>
                <a:ext cx="3583116" cy="32316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GB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=</m:t>
                      </m:r>
                      <m:sSub>
                        <m:sSubPr>
                          <m:ctrlP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0" lang="en-GB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kumimoji="0" lang="en-GB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" name="Rectangle 3">
                <a:extLst>
                  <a:ext uri="{FF2B5EF4-FFF2-40B4-BE49-F238E27FC236}">
                    <a16:creationId xmlns:a16="http://schemas.microsoft.com/office/drawing/2014/main" id="{191E2D42-BEF3-18E9-67F6-1A438A4E81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971375" y="3923726"/>
                <a:ext cx="3583116" cy="323165"/>
              </a:xfrm>
              <a:prstGeom prst="rect">
                <a:avLst/>
              </a:prstGeom>
              <a:blipFill>
                <a:blip r:embed="rId5"/>
                <a:stretch>
                  <a:fillRect t="-26415" b="-26415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38176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D12CE-65A3-E7E1-C335-07AA54E6A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complexity: width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CCCC47-E349-62EC-0752-178FDD028680}"/>
                  </a:ext>
                </a:extLst>
              </p:cNvPr>
              <p:cNvSpPr txBox="1"/>
              <p:nvPr/>
            </p:nvSpPr>
            <p:spPr>
              <a:xfrm>
                <a:off x="2233484" y="3849023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CCCC47-E349-62EC-0752-178FDD0286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3484" y="3849023"/>
                <a:ext cx="36798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023596D-8440-951B-80BA-2F20D566E1D3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9447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5BE7995-5DED-0359-2CC7-696992917915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7667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580859C-E180-4B42-57A5-34654C0C3313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58869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D96A432-A789-4FB4-2DFF-F986FE0CEAA5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41064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D64FE6F-24C2-1692-63C7-8B0FD1D65F2D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23260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ABB96CE-C56B-28C7-4B07-4E010ACBB82F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05455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D8EB0B7-B424-90A3-AEB9-23F8961EEE39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87650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916284E-3EC1-E1B0-D0F5-021221A06881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69846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53A587C-4E37-55F7-B42A-0CCF5046FB54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52041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2961781-8534-5B31-1C1C-1834A7243D31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34237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7E8948B-3E0C-DE4F-843F-649DB483D531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6432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7A4FD16-5333-62EC-AAE2-3DD468DFB7DD}"/>
              </a:ext>
            </a:extLst>
          </p:cNvPr>
          <p:cNvCxnSpPr>
            <a:cxnSpLocks/>
          </p:cNvCxnSpPr>
          <p:nvPr/>
        </p:nvCxnSpPr>
        <p:spPr>
          <a:xfrm flipH="1">
            <a:off x="2554663" y="4041764"/>
            <a:ext cx="3324995" cy="1372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159E4A6-7D13-BCD2-5697-BE3FF1D98525}"/>
              </a:ext>
            </a:extLst>
          </p:cNvPr>
          <p:cNvCxnSpPr>
            <a:cxnSpLocks/>
          </p:cNvCxnSpPr>
          <p:nvPr/>
        </p:nvCxnSpPr>
        <p:spPr>
          <a:xfrm flipH="1">
            <a:off x="2554663" y="3863718"/>
            <a:ext cx="3324995" cy="19176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3510CF5-1298-E65A-6AE5-47F3BB1CC540}"/>
              </a:ext>
            </a:extLst>
          </p:cNvPr>
          <p:cNvCxnSpPr>
            <a:cxnSpLocks/>
          </p:cNvCxnSpPr>
          <p:nvPr/>
        </p:nvCxnSpPr>
        <p:spPr>
          <a:xfrm flipH="1">
            <a:off x="2554663" y="3685672"/>
            <a:ext cx="3324995" cy="36981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13C943E-A764-0C41-A047-C2CCFD1467C8}"/>
              </a:ext>
            </a:extLst>
          </p:cNvPr>
          <p:cNvCxnSpPr>
            <a:cxnSpLocks/>
          </p:cNvCxnSpPr>
          <p:nvPr/>
        </p:nvCxnSpPr>
        <p:spPr>
          <a:xfrm flipH="1">
            <a:off x="2554663" y="3507626"/>
            <a:ext cx="3324995" cy="54785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025E5BC-A71A-51E6-3C5E-2AA5C3968E96}"/>
              </a:ext>
            </a:extLst>
          </p:cNvPr>
          <p:cNvCxnSpPr>
            <a:cxnSpLocks/>
          </p:cNvCxnSpPr>
          <p:nvPr/>
        </p:nvCxnSpPr>
        <p:spPr>
          <a:xfrm flipH="1">
            <a:off x="2554663" y="3329580"/>
            <a:ext cx="3324995" cy="7259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D1D907B-85B7-A363-A414-D73290B14F20}"/>
              </a:ext>
            </a:extLst>
          </p:cNvPr>
          <p:cNvCxnSpPr>
            <a:cxnSpLocks/>
          </p:cNvCxnSpPr>
          <p:nvPr/>
        </p:nvCxnSpPr>
        <p:spPr>
          <a:xfrm flipH="1">
            <a:off x="2554663" y="3151534"/>
            <a:ext cx="3324995" cy="90395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02BE2C1-28DF-756D-9F0D-D91D65B4B3BD}"/>
              </a:ext>
            </a:extLst>
          </p:cNvPr>
          <p:cNvCxnSpPr>
            <a:cxnSpLocks/>
          </p:cNvCxnSpPr>
          <p:nvPr/>
        </p:nvCxnSpPr>
        <p:spPr>
          <a:xfrm flipH="1">
            <a:off x="2554663" y="2973488"/>
            <a:ext cx="3324995" cy="10819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0E76ED-1AF1-2575-CCDA-19B828CD126A}"/>
              </a:ext>
            </a:extLst>
          </p:cNvPr>
          <p:cNvCxnSpPr>
            <a:cxnSpLocks/>
          </p:cNvCxnSpPr>
          <p:nvPr/>
        </p:nvCxnSpPr>
        <p:spPr>
          <a:xfrm flipH="1">
            <a:off x="2554663" y="2795442"/>
            <a:ext cx="3324995" cy="126004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9E15794-5CF5-398B-7D72-362971CF33CC}"/>
              </a:ext>
            </a:extLst>
          </p:cNvPr>
          <p:cNvCxnSpPr>
            <a:cxnSpLocks/>
          </p:cNvCxnSpPr>
          <p:nvPr/>
        </p:nvCxnSpPr>
        <p:spPr>
          <a:xfrm flipH="1">
            <a:off x="2554663" y="2617396"/>
            <a:ext cx="3324995" cy="14380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9731817E-96FD-D0E3-F8BC-CA9339B3C5B6}"/>
              </a:ext>
            </a:extLst>
          </p:cNvPr>
          <p:cNvCxnSpPr>
            <a:cxnSpLocks/>
          </p:cNvCxnSpPr>
          <p:nvPr/>
        </p:nvCxnSpPr>
        <p:spPr>
          <a:xfrm flipH="1">
            <a:off x="2554663" y="2439350"/>
            <a:ext cx="3324995" cy="16161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26E211E-269B-AFC3-F042-FA8A3DBA8E2B}"/>
              </a:ext>
            </a:extLst>
          </p:cNvPr>
          <p:cNvCxnSpPr>
            <a:cxnSpLocks/>
          </p:cNvCxnSpPr>
          <p:nvPr/>
        </p:nvCxnSpPr>
        <p:spPr>
          <a:xfrm flipH="1">
            <a:off x="2554663" y="2261304"/>
            <a:ext cx="3324995" cy="17941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1FEAA0CF-4186-7708-6252-9CCE3DCE7FB6}"/>
              </a:ext>
            </a:extLst>
          </p:cNvPr>
          <p:cNvCxnSpPr>
            <a:cxnSpLocks/>
          </p:cNvCxnSpPr>
          <p:nvPr/>
        </p:nvCxnSpPr>
        <p:spPr>
          <a:xfrm flipH="1">
            <a:off x="2554663" y="2083258"/>
            <a:ext cx="3324995" cy="19722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2EB23CE-B07E-13B1-70CC-8C5603B13053}"/>
              </a:ext>
            </a:extLst>
          </p:cNvPr>
          <p:cNvCxnSpPr>
            <a:cxnSpLocks/>
          </p:cNvCxnSpPr>
          <p:nvPr/>
        </p:nvCxnSpPr>
        <p:spPr>
          <a:xfrm flipH="1">
            <a:off x="2554663" y="1905222"/>
            <a:ext cx="3324995" cy="215026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D2A7AB4D-D132-41C2-978B-A5C399F656CD}"/>
              </a:ext>
            </a:extLst>
          </p:cNvPr>
          <p:cNvCxnSpPr>
            <a:cxnSpLocks/>
          </p:cNvCxnSpPr>
          <p:nvPr/>
        </p:nvCxnSpPr>
        <p:spPr>
          <a:xfrm>
            <a:off x="6154030" y="1935969"/>
            <a:ext cx="3608903" cy="189649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2ADD58A4-1E16-77AC-1D67-BFD4C7130CE7}"/>
              </a:ext>
            </a:extLst>
          </p:cNvPr>
          <p:cNvCxnSpPr>
            <a:cxnSpLocks/>
          </p:cNvCxnSpPr>
          <p:nvPr/>
        </p:nvCxnSpPr>
        <p:spPr>
          <a:xfrm>
            <a:off x="6154030" y="2114015"/>
            <a:ext cx="3608903" cy="171844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691CD3FD-77FD-FAA1-93B3-22463F40EECE}"/>
              </a:ext>
            </a:extLst>
          </p:cNvPr>
          <p:cNvCxnSpPr>
            <a:cxnSpLocks/>
          </p:cNvCxnSpPr>
          <p:nvPr/>
        </p:nvCxnSpPr>
        <p:spPr>
          <a:xfrm>
            <a:off x="6154030" y="2292061"/>
            <a:ext cx="3608903" cy="154040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073845F-DB83-EAE5-587E-CACBC6B6A848}"/>
              </a:ext>
            </a:extLst>
          </p:cNvPr>
          <p:cNvCxnSpPr>
            <a:cxnSpLocks/>
          </p:cNvCxnSpPr>
          <p:nvPr/>
        </p:nvCxnSpPr>
        <p:spPr>
          <a:xfrm>
            <a:off x="6154030" y="2470107"/>
            <a:ext cx="3608903" cy="13623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A9C43CB6-AA8D-B869-8427-5F71A3CACF45}"/>
              </a:ext>
            </a:extLst>
          </p:cNvPr>
          <p:cNvCxnSpPr>
            <a:cxnSpLocks/>
          </p:cNvCxnSpPr>
          <p:nvPr/>
        </p:nvCxnSpPr>
        <p:spPr>
          <a:xfrm>
            <a:off x="6154030" y="2648153"/>
            <a:ext cx="3608903" cy="118431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22AB8676-AFA6-FB83-3078-6FD0DF692E1B}"/>
              </a:ext>
            </a:extLst>
          </p:cNvPr>
          <p:cNvCxnSpPr>
            <a:cxnSpLocks/>
          </p:cNvCxnSpPr>
          <p:nvPr/>
        </p:nvCxnSpPr>
        <p:spPr>
          <a:xfrm>
            <a:off x="6154030" y="2826199"/>
            <a:ext cx="3608903" cy="100626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00EC5BE0-A390-7A27-21C5-FCA13373F429}"/>
              </a:ext>
            </a:extLst>
          </p:cNvPr>
          <p:cNvCxnSpPr>
            <a:cxnSpLocks/>
          </p:cNvCxnSpPr>
          <p:nvPr/>
        </p:nvCxnSpPr>
        <p:spPr>
          <a:xfrm>
            <a:off x="6154030" y="3004245"/>
            <a:ext cx="3608903" cy="82821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72ABDDE3-FB72-8EA3-E8D6-F0BF85A13C3B}"/>
              </a:ext>
            </a:extLst>
          </p:cNvPr>
          <p:cNvCxnSpPr>
            <a:cxnSpLocks/>
          </p:cNvCxnSpPr>
          <p:nvPr/>
        </p:nvCxnSpPr>
        <p:spPr>
          <a:xfrm>
            <a:off x="6154030" y="3182291"/>
            <a:ext cx="3608903" cy="65017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C5DCC4D1-5687-A080-AE74-BDDDBE5C50EF}"/>
              </a:ext>
            </a:extLst>
          </p:cNvPr>
          <p:cNvCxnSpPr>
            <a:cxnSpLocks/>
          </p:cNvCxnSpPr>
          <p:nvPr/>
        </p:nvCxnSpPr>
        <p:spPr>
          <a:xfrm>
            <a:off x="6154030" y="3360337"/>
            <a:ext cx="3608903" cy="4721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2A90DFC2-8A4B-77E1-3713-B9FB6D8F6869}"/>
              </a:ext>
            </a:extLst>
          </p:cNvPr>
          <p:cNvCxnSpPr>
            <a:cxnSpLocks/>
          </p:cNvCxnSpPr>
          <p:nvPr/>
        </p:nvCxnSpPr>
        <p:spPr>
          <a:xfrm>
            <a:off x="6154030" y="3538383"/>
            <a:ext cx="3608903" cy="2940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31068BAA-2276-3C31-EE06-C17480E2D904}"/>
              </a:ext>
            </a:extLst>
          </p:cNvPr>
          <p:cNvCxnSpPr>
            <a:cxnSpLocks/>
          </p:cNvCxnSpPr>
          <p:nvPr/>
        </p:nvCxnSpPr>
        <p:spPr>
          <a:xfrm>
            <a:off x="6154030" y="3716429"/>
            <a:ext cx="3608903" cy="1160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5175E792-C76E-B071-3DB8-8A66BB00D743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6201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CFFE9595-3125-FA4E-AFA6-B49E545E3DAF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24005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574BF45A-87AA-BE72-7A80-FA5456925B57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41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7D40CA97-CF59-3674-EA29-A73FBF119D5D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59615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48DD6C51-4A2A-FCD3-31B7-79E8541BC9C3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7741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8337D653-428A-1B31-E2D5-DA34AB53621F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95224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91517430-EFF8-03AF-4BB2-00ACA7C2D471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11302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332812D0-30F9-3FA0-11E7-5FE5B3EBD760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13083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8473B7ED-D766-0A09-FF11-F5C0953DFACB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14863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A81E80C6-CCFD-39D3-2EBD-ED32DD4F3F14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16644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9EE12AFF-F29B-4663-6B8F-B7D33B914116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184247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F2434219-E2F9-312C-615B-A58357BD360E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202051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147B6052-F7D8-D197-E5E1-D258A23D6076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219855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9DCCA4E3-4629-79D9-DD5C-1F28B6A20C65}"/>
              </a:ext>
            </a:extLst>
          </p:cNvPr>
          <p:cNvGrpSpPr/>
          <p:nvPr/>
        </p:nvGrpSpPr>
        <p:grpSpPr>
          <a:xfrm>
            <a:off x="5879658" y="1789424"/>
            <a:ext cx="279139" cy="4374187"/>
            <a:chOff x="5879658" y="1393184"/>
            <a:chExt cx="279139" cy="4374187"/>
          </a:xfrm>
        </p:grpSpPr>
        <p:sp>
          <p:nvSpPr>
            <p:cNvPr id="271" name="Oval 270">
              <a:extLst>
                <a:ext uri="{FF2B5EF4-FFF2-40B4-BE49-F238E27FC236}">
                  <a16:creationId xmlns:a16="http://schemas.microsoft.com/office/drawing/2014/main" id="{D87D6D77-10BB-E0C4-E823-A7C04F05F992}"/>
                </a:ext>
              </a:extLst>
            </p:cNvPr>
            <p:cNvSpPr/>
            <p:nvPr/>
          </p:nvSpPr>
          <p:spPr>
            <a:xfrm>
              <a:off x="5879658" y="139318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Oval 271">
              <a:extLst>
                <a:ext uri="{FF2B5EF4-FFF2-40B4-BE49-F238E27FC236}">
                  <a16:creationId xmlns:a16="http://schemas.microsoft.com/office/drawing/2014/main" id="{F654B0C8-AD7D-5549-BE51-1E6ED5E63151}"/>
                </a:ext>
              </a:extLst>
            </p:cNvPr>
            <p:cNvSpPr/>
            <p:nvPr/>
          </p:nvSpPr>
          <p:spPr>
            <a:xfrm>
              <a:off x="5879658" y="157123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AA0B19F1-2169-A6CA-FDE6-B044C9A9A35B}"/>
                </a:ext>
              </a:extLst>
            </p:cNvPr>
            <p:cNvSpPr/>
            <p:nvPr/>
          </p:nvSpPr>
          <p:spPr>
            <a:xfrm>
              <a:off x="5879658" y="174927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4" name="Oval 273">
              <a:extLst>
                <a:ext uri="{FF2B5EF4-FFF2-40B4-BE49-F238E27FC236}">
                  <a16:creationId xmlns:a16="http://schemas.microsoft.com/office/drawing/2014/main" id="{2B159FAA-3487-E132-95A0-63C5D839D760}"/>
                </a:ext>
              </a:extLst>
            </p:cNvPr>
            <p:cNvSpPr/>
            <p:nvPr/>
          </p:nvSpPr>
          <p:spPr>
            <a:xfrm>
              <a:off x="5879658" y="192732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Oval 274">
              <a:extLst>
                <a:ext uri="{FF2B5EF4-FFF2-40B4-BE49-F238E27FC236}">
                  <a16:creationId xmlns:a16="http://schemas.microsoft.com/office/drawing/2014/main" id="{CBB2D83C-6A49-73D0-A3C6-549F5BA9E979}"/>
                </a:ext>
              </a:extLst>
            </p:cNvPr>
            <p:cNvSpPr/>
            <p:nvPr/>
          </p:nvSpPr>
          <p:spPr>
            <a:xfrm>
              <a:off x="5879658" y="210536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2C318CE1-D2CF-A33A-6C8D-A3FA85B2B196}"/>
                </a:ext>
              </a:extLst>
            </p:cNvPr>
            <p:cNvSpPr/>
            <p:nvPr/>
          </p:nvSpPr>
          <p:spPr>
            <a:xfrm>
              <a:off x="5879658" y="228341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BF40E4EE-838F-F9B4-D2E5-4EF27C1A1729}"/>
                </a:ext>
              </a:extLst>
            </p:cNvPr>
            <p:cNvSpPr/>
            <p:nvPr/>
          </p:nvSpPr>
          <p:spPr>
            <a:xfrm>
              <a:off x="5879658" y="246146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31FF5AF0-C222-CA61-4CB9-9AE711207B16}"/>
                </a:ext>
              </a:extLst>
            </p:cNvPr>
            <p:cNvSpPr/>
            <p:nvPr/>
          </p:nvSpPr>
          <p:spPr>
            <a:xfrm>
              <a:off x="5879658" y="263950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" name="Oval 278">
              <a:extLst>
                <a:ext uri="{FF2B5EF4-FFF2-40B4-BE49-F238E27FC236}">
                  <a16:creationId xmlns:a16="http://schemas.microsoft.com/office/drawing/2014/main" id="{11C41C25-87A2-9C34-C836-5578D25AC864}"/>
                </a:ext>
              </a:extLst>
            </p:cNvPr>
            <p:cNvSpPr/>
            <p:nvPr/>
          </p:nvSpPr>
          <p:spPr>
            <a:xfrm>
              <a:off x="5879658" y="281755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" name="Oval 279">
              <a:extLst>
                <a:ext uri="{FF2B5EF4-FFF2-40B4-BE49-F238E27FC236}">
                  <a16:creationId xmlns:a16="http://schemas.microsoft.com/office/drawing/2014/main" id="{F09D3FF6-A7D0-E50E-1A02-3F3309AB6C61}"/>
                </a:ext>
              </a:extLst>
            </p:cNvPr>
            <p:cNvSpPr/>
            <p:nvPr/>
          </p:nvSpPr>
          <p:spPr>
            <a:xfrm>
              <a:off x="5879658" y="299559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1" name="Oval 280">
              <a:extLst>
                <a:ext uri="{FF2B5EF4-FFF2-40B4-BE49-F238E27FC236}">
                  <a16:creationId xmlns:a16="http://schemas.microsoft.com/office/drawing/2014/main" id="{10CF8E17-1EA8-F0AA-4E5A-4FE950BC72F4}"/>
                </a:ext>
              </a:extLst>
            </p:cNvPr>
            <p:cNvSpPr/>
            <p:nvPr/>
          </p:nvSpPr>
          <p:spPr>
            <a:xfrm>
              <a:off x="5879658" y="317364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2" name="Oval 281">
              <a:extLst>
                <a:ext uri="{FF2B5EF4-FFF2-40B4-BE49-F238E27FC236}">
                  <a16:creationId xmlns:a16="http://schemas.microsoft.com/office/drawing/2014/main" id="{B72DFBA1-C488-4838-3451-70C7903920DD}"/>
                </a:ext>
              </a:extLst>
            </p:cNvPr>
            <p:cNvSpPr/>
            <p:nvPr/>
          </p:nvSpPr>
          <p:spPr>
            <a:xfrm>
              <a:off x="5879658" y="335169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" name="Oval 282">
              <a:extLst>
                <a:ext uri="{FF2B5EF4-FFF2-40B4-BE49-F238E27FC236}">
                  <a16:creationId xmlns:a16="http://schemas.microsoft.com/office/drawing/2014/main" id="{9BE931D7-508B-59E6-1B1B-E8B0C0684C4E}"/>
                </a:ext>
              </a:extLst>
            </p:cNvPr>
            <p:cNvSpPr/>
            <p:nvPr/>
          </p:nvSpPr>
          <p:spPr>
            <a:xfrm>
              <a:off x="5879658" y="352973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" name="Oval 283">
              <a:extLst>
                <a:ext uri="{FF2B5EF4-FFF2-40B4-BE49-F238E27FC236}">
                  <a16:creationId xmlns:a16="http://schemas.microsoft.com/office/drawing/2014/main" id="{F94972C9-8CFF-9D91-21DE-ED15BA22BE0C}"/>
                </a:ext>
              </a:extLst>
            </p:cNvPr>
            <p:cNvSpPr/>
            <p:nvPr/>
          </p:nvSpPr>
          <p:spPr>
            <a:xfrm>
              <a:off x="5879658" y="370778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" name="Oval 284">
              <a:extLst>
                <a:ext uri="{FF2B5EF4-FFF2-40B4-BE49-F238E27FC236}">
                  <a16:creationId xmlns:a16="http://schemas.microsoft.com/office/drawing/2014/main" id="{964956B9-7B72-014A-696B-04E3697E4807}"/>
                </a:ext>
              </a:extLst>
            </p:cNvPr>
            <p:cNvSpPr/>
            <p:nvPr/>
          </p:nvSpPr>
          <p:spPr>
            <a:xfrm>
              <a:off x="5879658" y="388582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" name="Oval 285">
              <a:extLst>
                <a:ext uri="{FF2B5EF4-FFF2-40B4-BE49-F238E27FC236}">
                  <a16:creationId xmlns:a16="http://schemas.microsoft.com/office/drawing/2014/main" id="{2908A0C5-2B86-6763-2B0B-F43024D92EFD}"/>
                </a:ext>
              </a:extLst>
            </p:cNvPr>
            <p:cNvSpPr/>
            <p:nvPr/>
          </p:nvSpPr>
          <p:spPr>
            <a:xfrm>
              <a:off x="5879658" y="406387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7" name="Oval 286">
              <a:extLst>
                <a:ext uri="{FF2B5EF4-FFF2-40B4-BE49-F238E27FC236}">
                  <a16:creationId xmlns:a16="http://schemas.microsoft.com/office/drawing/2014/main" id="{89BA9D0E-CDE1-6A94-6FBF-86A8CDA5A360}"/>
                </a:ext>
              </a:extLst>
            </p:cNvPr>
            <p:cNvSpPr/>
            <p:nvPr/>
          </p:nvSpPr>
          <p:spPr>
            <a:xfrm>
              <a:off x="5879658" y="424192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8" name="Oval 287">
              <a:extLst>
                <a:ext uri="{FF2B5EF4-FFF2-40B4-BE49-F238E27FC236}">
                  <a16:creationId xmlns:a16="http://schemas.microsoft.com/office/drawing/2014/main" id="{140C8190-678E-7A88-6D97-1550C96AA9C2}"/>
                </a:ext>
              </a:extLst>
            </p:cNvPr>
            <p:cNvSpPr/>
            <p:nvPr/>
          </p:nvSpPr>
          <p:spPr>
            <a:xfrm>
              <a:off x="5879658" y="441996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9" name="Oval 288">
              <a:extLst>
                <a:ext uri="{FF2B5EF4-FFF2-40B4-BE49-F238E27FC236}">
                  <a16:creationId xmlns:a16="http://schemas.microsoft.com/office/drawing/2014/main" id="{1769E3B5-E82F-6C6B-FA26-C488AD7C2A20}"/>
                </a:ext>
              </a:extLst>
            </p:cNvPr>
            <p:cNvSpPr/>
            <p:nvPr/>
          </p:nvSpPr>
          <p:spPr>
            <a:xfrm>
              <a:off x="5879658" y="459801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0" name="Oval 289">
              <a:extLst>
                <a:ext uri="{FF2B5EF4-FFF2-40B4-BE49-F238E27FC236}">
                  <a16:creationId xmlns:a16="http://schemas.microsoft.com/office/drawing/2014/main" id="{DC3D895E-E14A-7CEF-AF83-195CDE0AD125}"/>
                </a:ext>
              </a:extLst>
            </p:cNvPr>
            <p:cNvSpPr/>
            <p:nvPr/>
          </p:nvSpPr>
          <p:spPr>
            <a:xfrm>
              <a:off x="5879658" y="477605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1" name="Oval 290">
              <a:extLst>
                <a:ext uri="{FF2B5EF4-FFF2-40B4-BE49-F238E27FC236}">
                  <a16:creationId xmlns:a16="http://schemas.microsoft.com/office/drawing/2014/main" id="{62699ED9-509E-98F1-3DA9-579E5EB2476B}"/>
                </a:ext>
              </a:extLst>
            </p:cNvPr>
            <p:cNvSpPr/>
            <p:nvPr/>
          </p:nvSpPr>
          <p:spPr>
            <a:xfrm>
              <a:off x="5879658" y="495410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2" name="Oval 291">
              <a:extLst>
                <a:ext uri="{FF2B5EF4-FFF2-40B4-BE49-F238E27FC236}">
                  <a16:creationId xmlns:a16="http://schemas.microsoft.com/office/drawing/2014/main" id="{6A21C610-CEB6-22D5-942B-0193E432D119}"/>
                </a:ext>
              </a:extLst>
            </p:cNvPr>
            <p:cNvSpPr/>
            <p:nvPr/>
          </p:nvSpPr>
          <p:spPr>
            <a:xfrm>
              <a:off x="5879658" y="513215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0079ED69-2F30-6452-F6AA-04B40E87EDFE}"/>
                </a:ext>
              </a:extLst>
            </p:cNvPr>
            <p:cNvSpPr/>
            <p:nvPr/>
          </p:nvSpPr>
          <p:spPr>
            <a:xfrm>
              <a:off x="5879658" y="531019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4" name="Oval 293">
              <a:extLst>
                <a:ext uri="{FF2B5EF4-FFF2-40B4-BE49-F238E27FC236}">
                  <a16:creationId xmlns:a16="http://schemas.microsoft.com/office/drawing/2014/main" id="{C706BA56-4B80-CDBD-71A4-8234840EE7C0}"/>
                </a:ext>
              </a:extLst>
            </p:cNvPr>
            <p:cNvSpPr/>
            <p:nvPr/>
          </p:nvSpPr>
          <p:spPr>
            <a:xfrm>
              <a:off x="5879658" y="548823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A047740E-8908-F523-7B3D-9AF21CB174D2}"/>
                  </a:ext>
                </a:extLst>
              </p:cNvPr>
              <p:cNvSpPr txBox="1"/>
              <p:nvPr/>
            </p:nvSpPr>
            <p:spPr>
              <a:xfrm>
                <a:off x="9762933" y="3663885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A047740E-8908-F523-7B3D-9AF21CB17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2933" y="3663885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5957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60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"/>
                            </p:stCondLst>
                            <p:childTnLst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80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9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0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100"/>
                            </p:stCondLst>
                            <p:childTnLst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200"/>
                            </p:stCondLst>
                            <p:childTnLst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300"/>
                            </p:stCondLst>
                            <p:childTnLst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400"/>
                            </p:stCondLst>
                            <p:childTnLst>
                              <p:par>
                                <p:cTn id="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500"/>
                            </p:stCondLst>
                            <p:childTnLst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1600"/>
                            </p:stCondLst>
                            <p:childTnLst>
                              <p:par>
                                <p:cTn id="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700"/>
                            </p:stCondLst>
                            <p:childTnLst>
                              <p:par>
                                <p:cTn id="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800"/>
                            </p:stCondLst>
                            <p:childTnLst>
                              <p:par>
                                <p:cTn id="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900"/>
                            </p:stCondLst>
                            <p:childTnLst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2000"/>
                            </p:stCondLst>
                            <p:childTnLst>
                              <p:par>
                                <p:cTn id="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2100"/>
                            </p:stCondLst>
                            <p:childTnLst>
                              <p:par>
                                <p:cTn id="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1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2200"/>
                            </p:stCondLst>
                            <p:childTnLst>
                              <p:par>
                                <p:cTn id="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1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2300"/>
                            </p:stCondLst>
                            <p:childTnLst>
                              <p:par>
                                <p:cTn id="1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1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25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25"/>
                            </p:stCondLst>
                            <p:childTnLst>
                              <p:par>
                                <p:cTn id="1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25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50"/>
                            </p:stCondLst>
                            <p:childTnLst>
                              <p:par>
                                <p:cTn id="1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25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75"/>
                            </p:stCondLst>
                            <p:childTnLst>
                              <p:par>
                                <p:cTn id="1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25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100"/>
                            </p:stCondLst>
                            <p:childTnLst>
                              <p:par>
                                <p:cTn id="1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25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" fill="hold">
                            <p:stCondLst>
                              <p:cond delay="125"/>
                            </p:stCondLst>
                            <p:childTnLst>
                              <p:par>
                                <p:cTn id="1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25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150"/>
                            </p:stCondLst>
                            <p:childTnLst>
                              <p:par>
                                <p:cTn id="1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25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175"/>
                            </p:stCondLst>
                            <p:childTnLst>
                              <p:par>
                                <p:cTn id="1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25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200"/>
                            </p:stCondLst>
                            <p:childTnLst>
                              <p:par>
                                <p:cTn id="1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25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25"/>
                            </p:stCondLst>
                            <p:childTnLst>
                              <p:par>
                                <p:cTn id="1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25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6" fill="hold">
                            <p:stCondLst>
                              <p:cond delay="250"/>
                            </p:stCondLst>
                            <p:childTnLst>
                              <p:par>
                                <p:cTn id="1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25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0" fill="hold">
                            <p:stCondLst>
                              <p:cond delay="275"/>
                            </p:stCondLst>
                            <p:childTnLst>
                              <p:par>
                                <p:cTn id="1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25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300"/>
                            </p:stCondLst>
                            <p:childTnLst>
                              <p:par>
                                <p:cTn id="1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25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325"/>
                            </p:stCondLst>
                            <p:childTnLst>
                              <p:par>
                                <p:cTn id="1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25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50"/>
                            </p:stCondLst>
                            <p:childTnLst>
                              <p:par>
                                <p:cTn id="1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25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6" fill="hold">
                            <p:stCondLst>
                              <p:cond delay="375"/>
                            </p:stCondLst>
                            <p:childTnLst>
                              <p:par>
                                <p:cTn id="1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25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400"/>
                            </p:stCondLst>
                            <p:childTnLst>
                              <p:par>
                                <p:cTn id="1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25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4" fill="hold">
                            <p:stCondLst>
                              <p:cond delay="425"/>
                            </p:stCondLst>
                            <p:childTnLst>
                              <p:par>
                                <p:cTn id="1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25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8" fill="hold">
                            <p:stCondLst>
                              <p:cond delay="450"/>
                            </p:stCondLst>
                            <p:childTnLst>
                              <p:par>
                                <p:cTn id="1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25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475"/>
                            </p:stCondLst>
                            <p:childTnLst>
                              <p:par>
                                <p:cTn id="18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25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6" fill="hold">
                            <p:stCondLst>
                              <p:cond delay="500"/>
                            </p:stCondLst>
                            <p:childTnLst>
                              <p:par>
                                <p:cTn id="18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25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525"/>
                            </p:stCondLst>
                            <p:childTnLst>
                              <p:par>
                                <p:cTn id="1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25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>
                            <p:stCondLst>
                              <p:cond delay="550"/>
                            </p:stCondLst>
                            <p:childTnLst>
                              <p:par>
                                <p:cTn id="19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25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8" fill="hold">
                            <p:stCondLst>
                              <p:cond delay="575"/>
                            </p:stCondLst>
                            <p:childTnLst>
                              <p:par>
                                <p:cTn id="19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25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C8DDA-6D1D-55DA-7C37-0CF70F272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5C247-F02D-D53D-6220-29D0A4B36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complexity: width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06FBB8E-C8FA-C159-D59A-445E5D68C06F}"/>
                  </a:ext>
                </a:extLst>
              </p:cNvPr>
              <p:cNvSpPr txBox="1"/>
              <p:nvPr/>
            </p:nvSpPr>
            <p:spPr>
              <a:xfrm>
                <a:off x="2233484" y="3849023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CCCC47-E349-62EC-0752-178FDD0286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3484" y="3849023"/>
                <a:ext cx="36798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FA5CAE1-12F2-BF8B-1ED1-C0D8354B4CD3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9447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4B48DE9-676B-36A8-0AC7-0C43B7F16FDA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7667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F232A1B-468B-207C-2D6E-6A5AAF0F4875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58869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179B35A-2BB1-33B3-E72E-A9457F25072F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41064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997C512-5D70-8566-EE07-F9D138CECA7F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23260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F158393-9E5D-3361-A938-CFA5C16365D7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05455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B83D469-38A0-3BAF-FB9A-4E1897EB66C4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87650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BAA2D30-78D9-83C1-421E-AD6A213FDAE0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69846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C305A54-49C3-6807-3785-86A39FBF6B67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52041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0F3E2DA-9B50-2E37-2334-BEEA3D35F36F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34237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1655E45-E94D-F4C2-3E62-AE8BFE6E9C97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6432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5735D1E-62B5-52B3-BAD3-F461058C0E75}"/>
              </a:ext>
            </a:extLst>
          </p:cNvPr>
          <p:cNvCxnSpPr>
            <a:cxnSpLocks/>
          </p:cNvCxnSpPr>
          <p:nvPr/>
        </p:nvCxnSpPr>
        <p:spPr>
          <a:xfrm flipH="1">
            <a:off x="2554663" y="4041764"/>
            <a:ext cx="3324995" cy="1372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3FEE7FE-1E75-14AD-B408-4709C30E1E60}"/>
              </a:ext>
            </a:extLst>
          </p:cNvPr>
          <p:cNvCxnSpPr>
            <a:cxnSpLocks/>
          </p:cNvCxnSpPr>
          <p:nvPr/>
        </p:nvCxnSpPr>
        <p:spPr>
          <a:xfrm flipH="1">
            <a:off x="2554663" y="3863718"/>
            <a:ext cx="3324995" cy="19176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4767EF8-4A21-3616-EC09-D5F7E47199C1}"/>
              </a:ext>
            </a:extLst>
          </p:cNvPr>
          <p:cNvCxnSpPr>
            <a:cxnSpLocks/>
          </p:cNvCxnSpPr>
          <p:nvPr/>
        </p:nvCxnSpPr>
        <p:spPr>
          <a:xfrm flipH="1">
            <a:off x="2554663" y="3685672"/>
            <a:ext cx="3324995" cy="36981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B3DA6DD-918D-CE03-54EE-82E40FFBC360}"/>
              </a:ext>
            </a:extLst>
          </p:cNvPr>
          <p:cNvCxnSpPr>
            <a:cxnSpLocks/>
          </p:cNvCxnSpPr>
          <p:nvPr/>
        </p:nvCxnSpPr>
        <p:spPr>
          <a:xfrm flipH="1">
            <a:off x="2554663" y="3507626"/>
            <a:ext cx="3324995" cy="54785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BDA239EE-1234-926E-D935-BFB1E1ED1B9D}"/>
              </a:ext>
            </a:extLst>
          </p:cNvPr>
          <p:cNvCxnSpPr>
            <a:cxnSpLocks/>
          </p:cNvCxnSpPr>
          <p:nvPr/>
        </p:nvCxnSpPr>
        <p:spPr>
          <a:xfrm flipH="1">
            <a:off x="2554663" y="3329580"/>
            <a:ext cx="3324995" cy="7259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64E0014-226C-6EAF-91BC-E6F95202E56F}"/>
              </a:ext>
            </a:extLst>
          </p:cNvPr>
          <p:cNvCxnSpPr>
            <a:cxnSpLocks/>
          </p:cNvCxnSpPr>
          <p:nvPr/>
        </p:nvCxnSpPr>
        <p:spPr>
          <a:xfrm flipH="1">
            <a:off x="2554663" y="3151534"/>
            <a:ext cx="3324995" cy="90395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C5B0846-DB84-A8FD-733E-185467280CEB}"/>
              </a:ext>
            </a:extLst>
          </p:cNvPr>
          <p:cNvCxnSpPr>
            <a:cxnSpLocks/>
          </p:cNvCxnSpPr>
          <p:nvPr/>
        </p:nvCxnSpPr>
        <p:spPr>
          <a:xfrm flipH="1">
            <a:off x="2554663" y="2973488"/>
            <a:ext cx="3324995" cy="10819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B4E6E441-48E6-9CFF-89AA-B9CAD6614F19}"/>
              </a:ext>
            </a:extLst>
          </p:cNvPr>
          <p:cNvCxnSpPr>
            <a:cxnSpLocks/>
          </p:cNvCxnSpPr>
          <p:nvPr/>
        </p:nvCxnSpPr>
        <p:spPr>
          <a:xfrm flipH="1">
            <a:off x="2554663" y="2795442"/>
            <a:ext cx="3324995" cy="126004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B1A68C9C-EA67-FFAA-8B7D-809F32478EC3}"/>
              </a:ext>
            </a:extLst>
          </p:cNvPr>
          <p:cNvCxnSpPr>
            <a:cxnSpLocks/>
          </p:cNvCxnSpPr>
          <p:nvPr/>
        </p:nvCxnSpPr>
        <p:spPr>
          <a:xfrm flipH="1">
            <a:off x="2554663" y="2617396"/>
            <a:ext cx="3324995" cy="14380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567E483-E43D-68CA-47DA-916356653C56}"/>
              </a:ext>
            </a:extLst>
          </p:cNvPr>
          <p:cNvCxnSpPr>
            <a:cxnSpLocks/>
          </p:cNvCxnSpPr>
          <p:nvPr/>
        </p:nvCxnSpPr>
        <p:spPr>
          <a:xfrm flipH="1">
            <a:off x="2554663" y="2439350"/>
            <a:ext cx="3324995" cy="16161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0245ED8-5E25-08A5-5DDF-A64352B22180}"/>
              </a:ext>
            </a:extLst>
          </p:cNvPr>
          <p:cNvCxnSpPr>
            <a:cxnSpLocks/>
          </p:cNvCxnSpPr>
          <p:nvPr/>
        </p:nvCxnSpPr>
        <p:spPr>
          <a:xfrm flipH="1">
            <a:off x="2554663" y="2261304"/>
            <a:ext cx="3324995" cy="17941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BFC9B65-B989-A2CD-7078-42C6AA45102F}"/>
              </a:ext>
            </a:extLst>
          </p:cNvPr>
          <p:cNvCxnSpPr>
            <a:cxnSpLocks/>
          </p:cNvCxnSpPr>
          <p:nvPr/>
        </p:nvCxnSpPr>
        <p:spPr>
          <a:xfrm flipH="1">
            <a:off x="2554663" y="2083258"/>
            <a:ext cx="3324995" cy="19722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B6B1AD3-36F6-1E6D-20A3-DB0E93DEDF76}"/>
              </a:ext>
            </a:extLst>
          </p:cNvPr>
          <p:cNvCxnSpPr>
            <a:cxnSpLocks/>
          </p:cNvCxnSpPr>
          <p:nvPr/>
        </p:nvCxnSpPr>
        <p:spPr>
          <a:xfrm flipH="1">
            <a:off x="2554663" y="1905222"/>
            <a:ext cx="3324995" cy="215026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607D7763-D2BB-CEE8-A237-29F7BAD18972}"/>
              </a:ext>
            </a:extLst>
          </p:cNvPr>
          <p:cNvCxnSpPr>
            <a:cxnSpLocks/>
          </p:cNvCxnSpPr>
          <p:nvPr/>
        </p:nvCxnSpPr>
        <p:spPr>
          <a:xfrm>
            <a:off x="6154030" y="1935969"/>
            <a:ext cx="3608903" cy="189649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0B0D08F-BE8D-3D36-3ECB-5F1B77B72F7C}"/>
              </a:ext>
            </a:extLst>
          </p:cNvPr>
          <p:cNvCxnSpPr>
            <a:cxnSpLocks/>
          </p:cNvCxnSpPr>
          <p:nvPr/>
        </p:nvCxnSpPr>
        <p:spPr>
          <a:xfrm>
            <a:off x="6154030" y="2114015"/>
            <a:ext cx="3608903" cy="171844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57BFF752-95AC-B407-CA16-3EC7B23FFBB4}"/>
              </a:ext>
            </a:extLst>
          </p:cNvPr>
          <p:cNvCxnSpPr>
            <a:cxnSpLocks/>
          </p:cNvCxnSpPr>
          <p:nvPr/>
        </p:nvCxnSpPr>
        <p:spPr>
          <a:xfrm>
            <a:off x="6154030" y="2292061"/>
            <a:ext cx="3608903" cy="154040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3D24553D-2DD6-E8C2-4273-4FF1E599B34B}"/>
              </a:ext>
            </a:extLst>
          </p:cNvPr>
          <p:cNvCxnSpPr>
            <a:cxnSpLocks/>
          </p:cNvCxnSpPr>
          <p:nvPr/>
        </p:nvCxnSpPr>
        <p:spPr>
          <a:xfrm>
            <a:off x="6154030" y="2470107"/>
            <a:ext cx="3608903" cy="13623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F66B31F5-8EFE-9CD3-322F-EF782B4DE1A6}"/>
              </a:ext>
            </a:extLst>
          </p:cNvPr>
          <p:cNvCxnSpPr>
            <a:cxnSpLocks/>
          </p:cNvCxnSpPr>
          <p:nvPr/>
        </p:nvCxnSpPr>
        <p:spPr>
          <a:xfrm>
            <a:off x="6154030" y="2648153"/>
            <a:ext cx="3608903" cy="118431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12ED0832-05E7-B267-2263-C26E23AA8B30}"/>
              </a:ext>
            </a:extLst>
          </p:cNvPr>
          <p:cNvCxnSpPr>
            <a:cxnSpLocks/>
          </p:cNvCxnSpPr>
          <p:nvPr/>
        </p:nvCxnSpPr>
        <p:spPr>
          <a:xfrm>
            <a:off x="6154030" y="2826199"/>
            <a:ext cx="3608903" cy="100626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41A134CA-3505-ADB9-AAC0-38923132964A}"/>
              </a:ext>
            </a:extLst>
          </p:cNvPr>
          <p:cNvCxnSpPr>
            <a:cxnSpLocks/>
          </p:cNvCxnSpPr>
          <p:nvPr/>
        </p:nvCxnSpPr>
        <p:spPr>
          <a:xfrm>
            <a:off x="6154030" y="3004245"/>
            <a:ext cx="3608903" cy="82821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8258510-B45F-BE7A-DD0D-D97AF001D857}"/>
              </a:ext>
            </a:extLst>
          </p:cNvPr>
          <p:cNvCxnSpPr>
            <a:cxnSpLocks/>
          </p:cNvCxnSpPr>
          <p:nvPr/>
        </p:nvCxnSpPr>
        <p:spPr>
          <a:xfrm>
            <a:off x="6154030" y="3182291"/>
            <a:ext cx="3608903" cy="65017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181E9884-BE16-091F-5535-03A6D03256CE}"/>
              </a:ext>
            </a:extLst>
          </p:cNvPr>
          <p:cNvCxnSpPr>
            <a:cxnSpLocks/>
          </p:cNvCxnSpPr>
          <p:nvPr/>
        </p:nvCxnSpPr>
        <p:spPr>
          <a:xfrm>
            <a:off x="6154030" y="3360337"/>
            <a:ext cx="3608903" cy="4721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3D6A11FA-CA03-8924-7A62-654DF70610DC}"/>
              </a:ext>
            </a:extLst>
          </p:cNvPr>
          <p:cNvCxnSpPr>
            <a:cxnSpLocks/>
          </p:cNvCxnSpPr>
          <p:nvPr/>
        </p:nvCxnSpPr>
        <p:spPr>
          <a:xfrm>
            <a:off x="6154030" y="3538383"/>
            <a:ext cx="3608903" cy="2940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0081AE27-CE2A-94F6-ACFB-45F7B27B07B1}"/>
              </a:ext>
            </a:extLst>
          </p:cNvPr>
          <p:cNvCxnSpPr>
            <a:cxnSpLocks/>
          </p:cNvCxnSpPr>
          <p:nvPr/>
        </p:nvCxnSpPr>
        <p:spPr>
          <a:xfrm>
            <a:off x="6154030" y="3716429"/>
            <a:ext cx="3608903" cy="1160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2DC40153-5AE5-BC4C-0FF1-AAE52D39BE6E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6201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AB435D57-A753-AE10-00DC-99C320CAC375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24005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FCCDA4FF-6EAD-5A3E-3CEB-4DAF851B9BD8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41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35555C53-C695-5865-701A-55DEBD0FE019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59615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3FA1C304-D210-BFD2-2E54-A9CC39E566B0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7741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03044B94-5011-503A-95BE-703DAD285041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95224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A63CF0B4-8ED2-C990-49D2-3595B0E1FFCE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11302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02B297AB-CE1C-C0C8-4EA6-943A952297EA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13083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3D57FBFA-5D6A-60B1-1168-331CBFABF646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14863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34DE206D-12E7-D206-B7C4-C8D69E6945E9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16644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6C4A1186-2DBE-F1F6-F1F7-108FC4967899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184247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34478883-16F5-A0FA-D388-656980742D69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202051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E4117943-B0B5-C6D3-3473-AE84C24E1882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219855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8D2B2453-CF0E-8CE4-EA1A-1A811C706B40}"/>
              </a:ext>
            </a:extLst>
          </p:cNvPr>
          <p:cNvGrpSpPr/>
          <p:nvPr/>
        </p:nvGrpSpPr>
        <p:grpSpPr>
          <a:xfrm>
            <a:off x="5879658" y="1789424"/>
            <a:ext cx="279139" cy="4374187"/>
            <a:chOff x="5879658" y="1393184"/>
            <a:chExt cx="279139" cy="4374187"/>
          </a:xfrm>
        </p:grpSpPr>
        <p:sp>
          <p:nvSpPr>
            <p:cNvPr id="271" name="Oval 270">
              <a:extLst>
                <a:ext uri="{FF2B5EF4-FFF2-40B4-BE49-F238E27FC236}">
                  <a16:creationId xmlns:a16="http://schemas.microsoft.com/office/drawing/2014/main" id="{BDC79A89-6F61-DD1F-8928-6B64309418C2}"/>
                </a:ext>
              </a:extLst>
            </p:cNvPr>
            <p:cNvSpPr/>
            <p:nvPr/>
          </p:nvSpPr>
          <p:spPr>
            <a:xfrm>
              <a:off x="5879658" y="139318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Oval 271">
              <a:extLst>
                <a:ext uri="{FF2B5EF4-FFF2-40B4-BE49-F238E27FC236}">
                  <a16:creationId xmlns:a16="http://schemas.microsoft.com/office/drawing/2014/main" id="{91512329-0023-0063-DE20-79EA458A0C0F}"/>
                </a:ext>
              </a:extLst>
            </p:cNvPr>
            <p:cNvSpPr/>
            <p:nvPr/>
          </p:nvSpPr>
          <p:spPr>
            <a:xfrm>
              <a:off x="5879658" y="157123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C5575734-9CF7-75E6-7573-509BF2530064}"/>
                </a:ext>
              </a:extLst>
            </p:cNvPr>
            <p:cNvSpPr/>
            <p:nvPr/>
          </p:nvSpPr>
          <p:spPr>
            <a:xfrm>
              <a:off x="5879658" y="174927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4" name="Oval 273">
              <a:extLst>
                <a:ext uri="{FF2B5EF4-FFF2-40B4-BE49-F238E27FC236}">
                  <a16:creationId xmlns:a16="http://schemas.microsoft.com/office/drawing/2014/main" id="{92FBB3A5-BB43-E0E5-2614-8F4207043D45}"/>
                </a:ext>
              </a:extLst>
            </p:cNvPr>
            <p:cNvSpPr/>
            <p:nvPr/>
          </p:nvSpPr>
          <p:spPr>
            <a:xfrm>
              <a:off x="5879658" y="192732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Oval 274">
              <a:extLst>
                <a:ext uri="{FF2B5EF4-FFF2-40B4-BE49-F238E27FC236}">
                  <a16:creationId xmlns:a16="http://schemas.microsoft.com/office/drawing/2014/main" id="{1E5ED9C8-7E39-AA24-1026-2DE2F4F0627A}"/>
                </a:ext>
              </a:extLst>
            </p:cNvPr>
            <p:cNvSpPr/>
            <p:nvPr/>
          </p:nvSpPr>
          <p:spPr>
            <a:xfrm>
              <a:off x="5879658" y="210536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BFEB17B4-E3ED-F112-AD9F-BB4D44711E68}"/>
                </a:ext>
              </a:extLst>
            </p:cNvPr>
            <p:cNvSpPr/>
            <p:nvPr/>
          </p:nvSpPr>
          <p:spPr>
            <a:xfrm>
              <a:off x="5879658" y="228341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4448CAD2-D52E-3121-D5A2-78EBF22A3C93}"/>
                </a:ext>
              </a:extLst>
            </p:cNvPr>
            <p:cNvSpPr/>
            <p:nvPr/>
          </p:nvSpPr>
          <p:spPr>
            <a:xfrm>
              <a:off x="5879658" y="246146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A9DEE1C0-2C18-B74A-CAB6-B2ED29B9EA91}"/>
                </a:ext>
              </a:extLst>
            </p:cNvPr>
            <p:cNvSpPr/>
            <p:nvPr/>
          </p:nvSpPr>
          <p:spPr>
            <a:xfrm>
              <a:off x="5879658" y="263950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" name="Oval 278">
              <a:extLst>
                <a:ext uri="{FF2B5EF4-FFF2-40B4-BE49-F238E27FC236}">
                  <a16:creationId xmlns:a16="http://schemas.microsoft.com/office/drawing/2014/main" id="{F9D98B88-8043-8964-6221-2A509DBBD219}"/>
                </a:ext>
              </a:extLst>
            </p:cNvPr>
            <p:cNvSpPr/>
            <p:nvPr/>
          </p:nvSpPr>
          <p:spPr>
            <a:xfrm>
              <a:off x="5879658" y="281755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" name="Oval 279">
              <a:extLst>
                <a:ext uri="{FF2B5EF4-FFF2-40B4-BE49-F238E27FC236}">
                  <a16:creationId xmlns:a16="http://schemas.microsoft.com/office/drawing/2014/main" id="{402EA04C-D7E1-6219-767A-B6918D06EA6F}"/>
                </a:ext>
              </a:extLst>
            </p:cNvPr>
            <p:cNvSpPr/>
            <p:nvPr/>
          </p:nvSpPr>
          <p:spPr>
            <a:xfrm>
              <a:off x="5879658" y="299559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1" name="Oval 280">
              <a:extLst>
                <a:ext uri="{FF2B5EF4-FFF2-40B4-BE49-F238E27FC236}">
                  <a16:creationId xmlns:a16="http://schemas.microsoft.com/office/drawing/2014/main" id="{38FE2A72-A1FD-E877-F61D-53E26F0E50B1}"/>
                </a:ext>
              </a:extLst>
            </p:cNvPr>
            <p:cNvSpPr/>
            <p:nvPr/>
          </p:nvSpPr>
          <p:spPr>
            <a:xfrm>
              <a:off x="5879658" y="317364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2" name="Oval 281">
              <a:extLst>
                <a:ext uri="{FF2B5EF4-FFF2-40B4-BE49-F238E27FC236}">
                  <a16:creationId xmlns:a16="http://schemas.microsoft.com/office/drawing/2014/main" id="{C8C3E95E-0ECD-314B-05A4-D8D3DD3B09B1}"/>
                </a:ext>
              </a:extLst>
            </p:cNvPr>
            <p:cNvSpPr/>
            <p:nvPr/>
          </p:nvSpPr>
          <p:spPr>
            <a:xfrm>
              <a:off x="5879658" y="335169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" name="Oval 282">
              <a:extLst>
                <a:ext uri="{FF2B5EF4-FFF2-40B4-BE49-F238E27FC236}">
                  <a16:creationId xmlns:a16="http://schemas.microsoft.com/office/drawing/2014/main" id="{E3D2A609-E306-BC25-50C2-9AE1A44D2F96}"/>
                </a:ext>
              </a:extLst>
            </p:cNvPr>
            <p:cNvSpPr/>
            <p:nvPr/>
          </p:nvSpPr>
          <p:spPr>
            <a:xfrm>
              <a:off x="5879658" y="352973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" name="Oval 283">
              <a:extLst>
                <a:ext uri="{FF2B5EF4-FFF2-40B4-BE49-F238E27FC236}">
                  <a16:creationId xmlns:a16="http://schemas.microsoft.com/office/drawing/2014/main" id="{51FDDFB1-7FDC-AB07-A12C-FE25D0687974}"/>
                </a:ext>
              </a:extLst>
            </p:cNvPr>
            <p:cNvSpPr/>
            <p:nvPr/>
          </p:nvSpPr>
          <p:spPr>
            <a:xfrm>
              <a:off x="5879658" y="370778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" name="Oval 284">
              <a:extLst>
                <a:ext uri="{FF2B5EF4-FFF2-40B4-BE49-F238E27FC236}">
                  <a16:creationId xmlns:a16="http://schemas.microsoft.com/office/drawing/2014/main" id="{43DA6FB2-DF4B-4B0A-009D-DA6A379BF1F6}"/>
                </a:ext>
              </a:extLst>
            </p:cNvPr>
            <p:cNvSpPr/>
            <p:nvPr/>
          </p:nvSpPr>
          <p:spPr>
            <a:xfrm>
              <a:off x="5879658" y="388582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" name="Oval 285">
              <a:extLst>
                <a:ext uri="{FF2B5EF4-FFF2-40B4-BE49-F238E27FC236}">
                  <a16:creationId xmlns:a16="http://schemas.microsoft.com/office/drawing/2014/main" id="{5D6E25CE-4670-AB82-0DE3-C8AE5FC6C770}"/>
                </a:ext>
              </a:extLst>
            </p:cNvPr>
            <p:cNvSpPr/>
            <p:nvPr/>
          </p:nvSpPr>
          <p:spPr>
            <a:xfrm>
              <a:off x="5879658" y="406387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7" name="Oval 286">
              <a:extLst>
                <a:ext uri="{FF2B5EF4-FFF2-40B4-BE49-F238E27FC236}">
                  <a16:creationId xmlns:a16="http://schemas.microsoft.com/office/drawing/2014/main" id="{606F2ED8-6C2A-33E3-6B26-751CA141866E}"/>
                </a:ext>
              </a:extLst>
            </p:cNvPr>
            <p:cNvSpPr/>
            <p:nvPr/>
          </p:nvSpPr>
          <p:spPr>
            <a:xfrm>
              <a:off x="5879658" y="424192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8" name="Oval 287">
              <a:extLst>
                <a:ext uri="{FF2B5EF4-FFF2-40B4-BE49-F238E27FC236}">
                  <a16:creationId xmlns:a16="http://schemas.microsoft.com/office/drawing/2014/main" id="{3D183DB2-000F-7068-7B88-B46B97B207DD}"/>
                </a:ext>
              </a:extLst>
            </p:cNvPr>
            <p:cNvSpPr/>
            <p:nvPr/>
          </p:nvSpPr>
          <p:spPr>
            <a:xfrm>
              <a:off x="5879658" y="441996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9" name="Oval 288">
              <a:extLst>
                <a:ext uri="{FF2B5EF4-FFF2-40B4-BE49-F238E27FC236}">
                  <a16:creationId xmlns:a16="http://schemas.microsoft.com/office/drawing/2014/main" id="{2D521A7C-0595-FA3D-D42D-7A6DF151C883}"/>
                </a:ext>
              </a:extLst>
            </p:cNvPr>
            <p:cNvSpPr/>
            <p:nvPr/>
          </p:nvSpPr>
          <p:spPr>
            <a:xfrm>
              <a:off x="5879658" y="459801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0" name="Oval 289">
              <a:extLst>
                <a:ext uri="{FF2B5EF4-FFF2-40B4-BE49-F238E27FC236}">
                  <a16:creationId xmlns:a16="http://schemas.microsoft.com/office/drawing/2014/main" id="{F7546447-C8E8-1CCC-CFF7-E8C2C94507B1}"/>
                </a:ext>
              </a:extLst>
            </p:cNvPr>
            <p:cNvSpPr/>
            <p:nvPr/>
          </p:nvSpPr>
          <p:spPr>
            <a:xfrm>
              <a:off x="5879658" y="477605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1" name="Oval 290">
              <a:extLst>
                <a:ext uri="{FF2B5EF4-FFF2-40B4-BE49-F238E27FC236}">
                  <a16:creationId xmlns:a16="http://schemas.microsoft.com/office/drawing/2014/main" id="{A37EF2DA-4E76-4BE2-EA0E-76972C5B6A6F}"/>
                </a:ext>
              </a:extLst>
            </p:cNvPr>
            <p:cNvSpPr/>
            <p:nvPr/>
          </p:nvSpPr>
          <p:spPr>
            <a:xfrm>
              <a:off x="5879658" y="495410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2" name="Oval 291">
              <a:extLst>
                <a:ext uri="{FF2B5EF4-FFF2-40B4-BE49-F238E27FC236}">
                  <a16:creationId xmlns:a16="http://schemas.microsoft.com/office/drawing/2014/main" id="{EA539589-D1AA-C3AB-9030-101FF9BE0E99}"/>
                </a:ext>
              </a:extLst>
            </p:cNvPr>
            <p:cNvSpPr/>
            <p:nvPr/>
          </p:nvSpPr>
          <p:spPr>
            <a:xfrm>
              <a:off x="5879658" y="513215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EF3E33C2-3C24-D171-9805-FFC4563A2361}"/>
                </a:ext>
              </a:extLst>
            </p:cNvPr>
            <p:cNvSpPr/>
            <p:nvPr/>
          </p:nvSpPr>
          <p:spPr>
            <a:xfrm>
              <a:off x="5879658" y="531019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4" name="Oval 293">
              <a:extLst>
                <a:ext uri="{FF2B5EF4-FFF2-40B4-BE49-F238E27FC236}">
                  <a16:creationId xmlns:a16="http://schemas.microsoft.com/office/drawing/2014/main" id="{2EA8EE20-7FCD-701A-5858-D52887C565CF}"/>
                </a:ext>
              </a:extLst>
            </p:cNvPr>
            <p:cNvSpPr/>
            <p:nvPr/>
          </p:nvSpPr>
          <p:spPr>
            <a:xfrm>
              <a:off x="5879658" y="548823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EEFC6846-0A90-0290-9B9D-6D64A8C3FCA5}"/>
                  </a:ext>
                </a:extLst>
              </p:cNvPr>
              <p:cNvSpPr txBox="1"/>
              <p:nvPr/>
            </p:nvSpPr>
            <p:spPr>
              <a:xfrm>
                <a:off x="9762933" y="3663885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A047740E-8908-F523-7B3D-9AF21CB17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2933" y="3663885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1BA1258-8EFC-E2B4-4F1D-763B03C4C847}"/>
              </a:ext>
            </a:extLst>
          </p:cNvPr>
          <p:cNvCxnSpPr>
            <a:cxnSpLocks/>
            <a:stCxn id="274" idx="6"/>
            <a:endCxn id="7" idx="1"/>
          </p:cNvCxnSpPr>
          <p:nvPr/>
        </p:nvCxnSpPr>
        <p:spPr>
          <a:xfrm flipV="1">
            <a:off x="6158797" y="1667963"/>
            <a:ext cx="2574076" cy="7951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1">
                <a:extLst>
                  <a:ext uri="{FF2B5EF4-FFF2-40B4-BE49-F238E27FC236}">
                    <a16:creationId xmlns:a16="http://schemas.microsoft.com/office/drawing/2014/main" id="{4B808068-5D1E-9CC2-BB86-6E7D3191D8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732873" y="1506380"/>
                <a:ext cx="3296093" cy="32316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kumimoji="0" lang="en-US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altLang="en-US" sz="1800" b="0" i="1" u="none" strike="noStrike" cap="none" normalizeH="0" baseline="0" dirty="0" err="1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en-US" sz="1800" b="0" i="1" u="none" strike="noStrike" cap="none" normalizeH="0" baseline="0" dirty="0" err="1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en-US" sz="1800" b="0" i="1" u="none" strike="noStrike" cap="none" normalizeH="0" baseline="0" dirty="0" err="1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kumimoji="0" lang="en-US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0" lang="en-US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kumimoji="0" lang="en-US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kumimoji="0" lang="en-US" altLang="en-US" sz="1800" b="0" i="1" u="none" strike="noStrike" cap="none" normalizeH="0" baseline="0" dirty="0" err="1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en-US" sz="1800" b="0" i="1" u="none" strike="noStrike" cap="none" normalizeH="0" baseline="0" dirty="0" err="1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kumimoji="0" lang="en-US" altLang="en-US" sz="1800" b="0" i="1" u="none" strike="noStrike" cap="none" normalizeH="0" baseline="0" dirty="0" err="1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kumimoji="0" lang="en-GB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. (</m:t>
                      </m:r>
                      <m:r>
                        <a:rPr kumimoji="0" lang="en-GB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kumimoji="0" lang="en-GB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=4)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" name="Rectangle 1">
                <a:extLst>
                  <a:ext uri="{FF2B5EF4-FFF2-40B4-BE49-F238E27FC236}">
                    <a16:creationId xmlns:a16="http://schemas.microsoft.com/office/drawing/2014/main" id="{4B808068-5D1E-9CC2-BB86-6E7D3191D8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732873" y="1506380"/>
                <a:ext cx="3296093" cy="323165"/>
              </a:xfrm>
              <a:prstGeom prst="rect">
                <a:avLst/>
              </a:prstGeom>
              <a:blipFill>
                <a:blip r:embed="rId4"/>
                <a:stretch>
                  <a:fillRect t="-26415" b="-28302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01332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D12CE-65A3-E7E1-C335-07AA54E6A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complexity: depth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CCCC47-E349-62EC-0752-178FDD028680}"/>
                  </a:ext>
                </a:extLst>
              </p:cNvPr>
              <p:cNvSpPr txBox="1"/>
              <p:nvPr/>
            </p:nvSpPr>
            <p:spPr>
              <a:xfrm>
                <a:off x="2233484" y="3360214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CCCC47-E349-62EC-0752-178FDD0286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3484" y="3360214"/>
                <a:ext cx="36798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159E4A6-7D13-BCD2-5697-BE3FF1D98525}"/>
              </a:ext>
            </a:extLst>
          </p:cNvPr>
          <p:cNvCxnSpPr>
            <a:cxnSpLocks/>
            <a:stCxn id="282" idx="2"/>
            <a:endCxn id="4" idx="3"/>
          </p:cNvCxnSpPr>
          <p:nvPr/>
        </p:nvCxnSpPr>
        <p:spPr>
          <a:xfrm flipH="1" flipV="1">
            <a:off x="2601470" y="3544880"/>
            <a:ext cx="960961" cy="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5175E792-C76E-B071-3DB8-8A66BB00D743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>
            <a:off x="6321770" y="3544881"/>
            <a:ext cx="960961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Oval 281">
            <a:extLst>
              <a:ext uri="{FF2B5EF4-FFF2-40B4-BE49-F238E27FC236}">
                <a16:creationId xmlns:a16="http://schemas.microsoft.com/office/drawing/2014/main" id="{B72DFBA1-C488-4838-3451-70C7903920DD}"/>
              </a:ext>
            </a:extLst>
          </p:cNvPr>
          <p:cNvSpPr/>
          <p:nvPr/>
        </p:nvSpPr>
        <p:spPr>
          <a:xfrm>
            <a:off x="3562431" y="3405311"/>
            <a:ext cx="279139" cy="279139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u="sng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A047740E-8908-F523-7B3D-9AF21CB174D2}"/>
                  </a:ext>
                </a:extLst>
              </p:cNvPr>
              <p:cNvSpPr txBox="1"/>
              <p:nvPr/>
            </p:nvSpPr>
            <p:spPr>
              <a:xfrm>
                <a:off x="9762933" y="3360214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A047740E-8908-F523-7B3D-9AF21CB17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2933" y="3360214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C832B25D-704F-0FD2-B7BF-7861789F73B1}"/>
              </a:ext>
            </a:extLst>
          </p:cNvPr>
          <p:cNvSpPr/>
          <p:nvPr/>
        </p:nvSpPr>
        <p:spPr>
          <a:xfrm>
            <a:off x="4802531" y="3405311"/>
            <a:ext cx="279139" cy="279139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u="sng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93C13F5-DBB9-2529-C34A-B16B0BEEF176}"/>
              </a:ext>
            </a:extLst>
          </p:cNvPr>
          <p:cNvSpPr/>
          <p:nvPr/>
        </p:nvSpPr>
        <p:spPr>
          <a:xfrm>
            <a:off x="6042631" y="3405311"/>
            <a:ext cx="279139" cy="279139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u="sng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F5903F8-5DD7-8AC3-4631-BE2ED3141219}"/>
              </a:ext>
            </a:extLst>
          </p:cNvPr>
          <p:cNvSpPr/>
          <p:nvPr/>
        </p:nvSpPr>
        <p:spPr>
          <a:xfrm>
            <a:off x="7282731" y="3405311"/>
            <a:ext cx="279139" cy="279139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u="sng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3C78AF5-DCD9-8D8B-24FB-ABA7155BA3CE}"/>
              </a:ext>
            </a:extLst>
          </p:cNvPr>
          <p:cNvSpPr/>
          <p:nvPr/>
        </p:nvSpPr>
        <p:spPr>
          <a:xfrm>
            <a:off x="8522831" y="3405311"/>
            <a:ext cx="279139" cy="279139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u="sng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4144613-64E2-9FFA-2F29-C1BBC54EFCC6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>
            <a:off x="7561870" y="3544881"/>
            <a:ext cx="960961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E27EFC3-4A38-DCD2-43D6-37C74EB1F4EE}"/>
              </a:ext>
            </a:extLst>
          </p:cNvPr>
          <p:cNvCxnSpPr>
            <a:cxnSpLocks/>
            <a:stCxn id="7" idx="6"/>
            <a:endCxn id="306" idx="1"/>
          </p:cNvCxnSpPr>
          <p:nvPr/>
        </p:nvCxnSpPr>
        <p:spPr>
          <a:xfrm flipV="1">
            <a:off x="8801970" y="3544880"/>
            <a:ext cx="960963" cy="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3595623-006F-7D04-FE72-D938D43E8FAF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5081670" y="3544881"/>
            <a:ext cx="960961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4514A27-8E9A-D9F7-9BAA-0D0D7B92DFEF}"/>
              </a:ext>
            </a:extLst>
          </p:cNvPr>
          <p:cNvCxnSpPr>
            <a:cxnSpLocks/>
            <a:stCxn id="282" idx="6"/>
            <a:endCxn id="3" idx="2"/>
          </p:cNvCxnSpPr>
          <p:nvPr/>
        </p:nvCxnSpPr>
        <p:spPr>
          <a:xfrm>
            <a:off x="3841570" y="3544881"/>
            <a:ext cx="960961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8401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600"/>
                            </p:stCondLst>
                            <p:childTnLst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80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2" grpId="0" animBg="1"/>
      <p:bldP spid="3" grpId="0" animBg="1"/>
      <p:bldP spid="5" grpId="0" animBg="1"/>
      <p:bldP spid="6" grpId="0" animBg="1"/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CD61E-C477-A551-7324-D14C4E33E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complexity: width &amp; depth</a:t>
            </a:r>
          </a:p>
        </p:txBody>
      </p: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E4308E45-A338-FABF-0508-C59EF28451A9}"/>
              </a:ext>
            </a:extLst>
          </p:cNvPr>
          <p:cNvGrpSpPr/>
          <p:nvPr/>
        </p:nvGrpSpPr>
        <p:grpSpPr>
          <a:xfrm>
            <a:off x="5963010" y="1780847"/>
            <a:ext cx="279139" cy="4374187"/>
            <a:chOff x="5879658" y="1393184"/>
            <a:chExt cx="279139" cy="4374187"/>
          </a:xfrm>
        </p:grpSpPr>
        <p:sp>
          <p:nvSpPr>
            <p:cNvPr id="244" name="Oval 243">
              <a:extLst>
                <a:ext uri="{FF2B5EF4-FFF2-40B4-BE49-F238E27FC236}">
                  <a16:creationId xmlns:a16="http://schemas.microsoft.com/office/drawing/2014/main" id="{B8C6FF2E-3BFC-98F8-9ABA-ED649D8267BE}"/>
                </a:ext>
              </a:extLst>
            </p:cNvPr>
            <p:cNvSpPr/>
            <p:nvPr/>
          </p:nvSpPr>
          <p:spPr>
            <a:xfrm>
              <a:off x="5879658" y="139318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5" name="Oval 244">
              <a:extLst>
                <a:ext uri="{FF2B5EF4-FFF2-40B4-BE49-F238E27FC236}">
                  <a16:creationId xmlns:a16="http://schemas.microsoft.com/office/drawing/2014/main" id="{B7F7F632-CAA6-DD2E-869E-3EBA5AC20741}"/>
                </a:ext>
              </a:extLst>
            </p:cNvPr>
            <p:cNvSpPr/>
            <p:nvPr/>
          </p:nvSpPr>
          <p:spPr>
            <a:xfrm>
              <a:off x="5879658" y="157123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6" name="Oval 245">
              <a:extLst>
                <a:ext uri="{FF2B5EF4-FFF2-40B4-BE49-F238E27FC236}">
                  <a16:creationId xmlns:a16="http://schemas.microsoft.com/office/drawing/2014/main" id="{765002FB-49EC-3286-5436-3F87FE29B712}"/>
                </a:ext>
              </a:extLst>
            </p:cNvPr>
            <p:cNvSpPr/>
            <p:nvPr/>
          </p:nvSpPr>
          <p:spPr>
            <a:xfrm>
              <a:off x="5879658" y="174927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7" name="Oval 246">
              <a:extLst>
                <a:ext uri="{FF2B5EF4-FFF2-40B4-BE49-F238E27FC236}">
                  <a16:creationId xmlns:a16="http://schemas.microsoft.com/office/drawing/2014/main" id="{A0ACB935-2BF6-42A9-3EA3-712FE9D6024B}"/>
                </a:ext>
              </a:extLst>
            </p:cNvPr>
            <p:cNvSpPr/>
            <p:nvPr/>
          </p:nvSpPr>
          <p:spPr>
            <a:xfrm>
              <a:off x="5879658" y="192732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8" name="Oval 247">
              <a:extLst>
                <a:ext uri="{FF2B5EF4-FFF2-40B4-BE49-F238E27FC236}">
                  <a16:creationId xmlns:a16="http://schemas.microsoft.com/office/drawing/2014/main" id="{67E57CBC-1A67-E2B2-A25B-DB71770F1A3C}"/>
                </a:ext>
              </a:extLst>
            </p:cNvPr>
            <p:cNvSpPr/>
            <p:nvPr/>
          </p:nvSpPr>
          <p:spPr>
            <a:xfrm>
              <a:off x="5879658" y="210536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9" name="Oval 248">
              <a:extLst>
                <a:ext uri="{FF2B5EF4-FFF2-40B4-BE49-F238E27FC236}">
                  <a16:creationId xmlns:a16="http://schemas.microsoft.com/office/drawing/2014/main" id="{43FDE64A-88D2-E12C-F00F-D7D509514954}"/>
                </a:ext>
              </a:extLst>
            </p:cNvPr>
            <p:cNvSpPr/>
            <p:nvPr/>
          </p:nvSpPr>
          <p:spPr>
            <a:xfrm>
              <a:off x="5879658" y="228341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0" name="Oval 249">
              <a:extLst>
                <a:ext uri="{FF2B5EF4-FFF2-40B4-BE49-F238E27FC236}">
                  <a16:creationId xmlns:a16="http://schemas.microsoft.com/office/drawing/2014/main" id="{0D6ED882-4F2A-CA3C-84C7-C78CAA8A2D2F}"/>
                </a:ext>
              </a:extLst>
            </p:cNvPr>
            <p:cNvSpPr/>
            <p:nvPr/>
          </p:nvSpPr>
          <p:spPr>
            <a:xfrm>
              <a:off x="5879658" y="246146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1" name="Oval 250">
              <a:extLst>
                <a:ext uri="{FF2B5EF4-FFF2-40B4-BE49-F238E27FC236}">
                  <a16:creationId xmlns:a16="http://schemas.microsoft.com/office/drawing/2014/main" id="{60AA5B22-A115-379C-323C-CCB76B805EA6}"/>
                </a:ext>
              </a:extLst>
            </p:cNvPr>
            <p:cNvSpPr/>
            <p:nvPr/>
          </p:nvSpPr>
          <p:spPr>
            <a:xfrm>
              <a:off x="5879658" y="263950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Oval 251">
              <a:extLst>
                <a:ext uri="{FF2B5EF4-FFF2-40B4-BE49-F238E27FC236}">
                  <a16:creationId xmlns:a16="http://schemas.microsoft.com/office/drawing/2014/main" id="{E9F42168-283A-492E-487C-4BA6BBFAA9C7}"/>
                </a:ext>
              </a:extLst>
            </p:cNvPr>
            <p:cNvSpPr/>
            <p:nvPr/>
          </p:nvSpPr>
          <p:spPr>
            <a:xfrm>
              <a:off x="5879658" y="281755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3" name="Oval 252">
              <a:extLst>
                <a:ext uri="{FF2B5EF4-FFF2-40B4-BE49-F238E27FC236}">
                  <a16:creationId xmlns:a16="http://schemas.microsoft.com/office/drawing/2014/main" id="{B73A5768-A656-562D-E1E4-25DB99DCD074}"/>
                </a:ext>
              </a:extLst>
            </p:cNvPr>
            <p:cNvSpPr/>
            <p:nvPr/>
          </p:nvSpPr>
          <p:spPr>
            <a:xfrm>
              <a:off x="5879658" y="299559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4" name="Oval 253">
              <a:extLst>
                <a:ext uri="{FF2B5EF4-FFF2-40B4-BE49-F238E27FC236}">
                  <a16:creationId xmlns:a16="http://schemas.microsoft.com/office/drawing/2014/main" id="{B0966951-FDB5-56EA-8501-6CC522BCA0CF}"/>
                </a:ext>
              </a:extLst>
            </p:cNvPr>
            <p:cNvSpPr/>
            <p:nvPr/>
          </p:nvSpPr>
          <p:spPr>
            <a:xfrm>
              <a:off x="5879658" y="317364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" name="Oval 254">
              <a:extLst>
                <a:ext uri="{FF2B5EF4-FFF2-40B4-BE49-F238E27FC236}">
                  <a16:creationId xmlns:a16="http://schemas.microsoft.com/office/drawing/2014/main" id="{D32F99DB-9BC5-EB97-0280-82CBA05C0D33}"/>
                </a:ext>
              </a:extLst>
            </p:cNvPr>
            <p:cNvSpPr/>
            <p:nvPr/>
          </p:nvSpPr>
          <p:spPr>
            <a:xfrm>
              <a:off x="5879658" y="335169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" name="Oval 255">
              <a:extLst>
                <a:ext uri="{FF2B5EF4-FFF2-40B4-BE49-F238E27FC236}">
                  <a16:creationId xmlns:a16="http://schemas.microsoft.com/office/drawing/2014/main" id="{DBF9753D-D451-3E66-05CF-38CE4C307467}"/>
                </a:ext>
              </a:extLst>
            </p:cNvPr>
            <p:cNvSpPr/>
            <p:nvPr/>
          </p:nvSpPr>
          <p:spPr>
            <a:xfrm>
              <a:off x="5879658" y="352973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Oval 256">
              <a:extLst>
                <a:ext uri="{FF2B5EF4-FFF2-40B4-BE49-F238E27FC236}">
                  <a16:creationId xmlns:a16="http://schemas.microsoft.com/office/drawing/2014/main" id="{3F6612B7-9DF3-ABF5-39A6-4F7A0AE6D031}"/>
                </a:ext>
              </a:extLst>
            </p:cNvPr>
            <p:cNvSpPr/>
            <p:nvPr/>
          </p:nvSpPr>
          <p:spPr>
            <a:xfrm>
              <a:off x="5879658" y="370778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Oval 257">
              <a:extLst>
                <a:ext uri="{FF2B5EF4-FFF2-40B4-BE49-F238E27FC236}">
                  <a16:creationId xmlns:a16="http://schemas.microsoft.com/office/drawing/2014/main" id="{92D3B945-61E6-C30C-F3D5-E3C354513B5C}"/>
                </a:ext>
              </a:extLst>
            </p:cNvPr>
            <p:cNvSpPr/>
            <p:nvPr/>
          </p:nvSpPr>
          <p:spPr>
            <a:xfrm>
              <a:off x="5879658" y="388582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9" name="Oval 258">
              <a:extLst>
                <a:ext uri="{FF2B5EF4-FFF2-40B4-BE49-F238E27FC236}">
                  <a16:creationId xmlns:a16="http://schemas.microsoft.com/office/drawing/2014/main" id="{EA6858F8-F100-C8E9-3411-4BB9B0BA4993}"/>
                </a:ext>
              </a:extLst>
            </p:cNvPr>
            <p:cNvSpPr/>
            <p:nvPr/>
          </p:nvSpPr>
          <p:spPr>
            <a:xfrm>
              <a:off x="5879658" y="406387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0" name="Oval 259">
              <a:extLst>
                <a:ext uri="{FF2B5EF4-FFF2-40B4-BE49-F238E27FC236}">
                  <a16:creationId xmlns:a16="http://schemas.microsoft.com/office/drawing/2014/main" id="{F1C1B22E-2BD7-F051-5022-C2F31E45CFB3}"/>
                </a:ext>
              </a:extLst>
            </p:cNvPr>
            <p:cNvSpPr/>
            <p:nvPr/>
          </p:nvSpPr>
          <p:spPr>
            <a:xfrm>
              <a:off x="5879658" y="424192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Oval 260">
              <a:extLst>
                <a:ext uri="{FF2B5EF4-FFF2-40B4-BE49-F238E27FC236}">
                  <a16:creationId xmlns:a16="http://schemas.microsoft.com/office/drawing/2014/main" id="{1DBA9DA5-BFDA-01DE-C5EA-667F8E06F96A}"/>
                </a:ext>
              </a:extLst>
            </p:cNvPr>
            <p:cNvSpPr/>
            <p:nvPr/>
          </p:nvSpPr>
          <p:spPr>
            <a:xfrm>
              <a:off x="5879658" y="441996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2" name="Oval 261">
              <a:extLst>
                <a:ext uri="{FF2B5EF4-FFF2-40B4-BE49-F238E27FC236}">
                  <a16:creationId xmlns:a16="http://schemas.microsoft.com/office/drawing/2014/main" id="{4CD93CAA-13AB-42C9-3C76-CFACEEF51E8F}"/>
                </a:ext>
              </a:extLst>
            </p:cNvPr>
            <p:cNvSpPr/>
            <p:nvPr/>
          </p:nvSpPr>
          <p:spPr>
            <a:xfrm>
              <a:off x="5879658" y="459801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3" name="Oval 262">
              <a:extLst>
                <a:ext uri="{FF2B5EF4-FFF2-40B4-BE49-F238E27FC236}">
                  <a16:creationId xmlns:a16="http://schemas.microsoft.com/office/drawing/2014/main" id="{85E0EAA7-E1CA-AF1C-E7F7-F11470FCF1EB}"/>
                </a:ext>
              </a:extLst>
            </p:cNvPr>
            <p:cNvSpPr/>
            <p:nvPr/>
          </p:nvSpPr>
          <p:spPr>
            <a:xfrm>
              <a:off x="5879658" y="477605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Oval 263">
              <a:extLst>
                <a:ext uri="{FF2B5EF4-FFF2-40B4-BE49-F238E27FC236}">
                  <a16:creationId xmlns:a16="http://schemas.microsoft.com/office/drawing/2014/main" id="{9E1A5D28-CBCC-F0D6-6559-3EA50662224D}"/>
                </a:ext>
              </a:extLst>
            </p:cNvPr>
            <p:cNvSpPr/>
            <p:nvPr/>
          </p:nvSpPr>
          <p:spPr>
            <a:xfrm>
              <a:off x="5879658" y="495410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Oval 264">
              <a:extLst>
                <a:ext uri="{FF2B5EF4-FFF2-40B4-BE49-F238E27FC236}">
                  <a16:creationId xmlns:a16="http://schemas.microsoft.com/office/drawing/2014/main" id="{EA440242-8110-20DB-F9F4-4C8B0EBC9B1F}"/>
                </a:ext>
              </a:extLst>
            </p:cNvPr>
            <p:cNvSpPr/>
            <p:nvPr/>
          </p:nvSpPr>
          <p:spPr>
            <a:xfrm>
              <a:off x="5879658" y="513215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6" name="Oval 265">
              <a:extLst>
                <a:ext uri="{FF2B5EF4-FFF2-40B4-BE49-F238E27FC236}">
                  <a16:creationId xmlns:a16="http://schemas.microsoft.com/office/drawing/2014/main" id="{57962EBF-CE96-5EA8-D405-7DCD52574BA5}"/>
                </a:ext>
              </a:extLst>
            </p:cNvPr>
            <p:cNvSpPr/>
            <p:nvPr/>
          </p:nvSpPr>
          <p:spPr>
            <a:xfrm>
              <a:off x="5879658" y="531019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Oval 266">
              <a:extLst>
                <a:ext uri="{FF2B5EF4-FFF2-40B4-BE49-F238E27FC236}">
                  <a16:creationId xmlns:a16="http://schemas.microsoft.com/office/drawing/2014/main" id="{237F1E53-6D87-B68B-5987-5214F9E22D78}"/>
                </a:ext>
              </a:extLst>
            </p:cNvPr>
            <p:cNvSpPr/>
            <p:nvPr/>
          </p:nvSpPr>
          <p:spPr>
            <a:xfrm>
              <a:off x="5879658" y="548823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7" name="Group 556">
            <a:extLst>
              <a:ext uri="{FF2B5EF4-FFF2-40B4-BE49-F238E27FC236}">
                <a16:creationId xmlns:a16="http://schemas.microsoft.com/office/drawing/2014/main" id="{85F7378C-2F26-123B-C4DD-46933AD7236F}"/>
              </a:ext>
            </a:extLst>
          </p:cNvPr>
          <p:cNvGrpSpPr/>
          <p:nvPr/>
        </p:nvGrpSpPr>
        <p:grpSpPr>
          <a:xfrm>
            <a:off x="9293565" y="2083708"/>
            <a:ext cx="279139" cy="3885913"/>
            <a:chOff x="9293565" y="2083708"/>
            <a:chExt cx="279139" cy="3885913"/>
          </a:xfrm>
        </p:grpSpPr>
        <p:sp>
          <p:nvSpPr>
            <p:cNvPr id="280" name="Oval 279">
              <a:extLst>
                <a:ext uri="{FF2B5EF4-FFF2-40B4-BE49-F238E27FC236}">
                  <a16:creationId xmlns:a16="http://schemas.microsoft.com/office/drawing/2014/main" id="{4446CCE3-12D5-2132-A7C0-F58597061F30}"/>
                </a:ext>
              </a:extLst>
            </p:cNvPr>
            <p:cNvSpPr/>
            <p:nvPr/>
          </p:nvSpPr>
          <p:spPr>
            <a:xfrm>
              <a:off x="9293565" y="208370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4" name="Oval 293">
              <a:extLst>
                <a:ext uri="{FF2B5EF4-FFF2-40B4-BE49-F238E27FC236}">
                  <a16:creationId xmlns:a16="http://schemas.microsoft.com/office/drawing/2014/main" id="{6AAAD05F-DBEC-7CB4-B180-0660B642003D}"/>
                </a:ext>
              </a:extLst>
            </p:cNvPr>
            <p:cNvSpPr/>
            <p:nvPr/>
          </p:nvSpPr>
          <p:spPr>
            <a:xfrm>
              <a:off x="9293565" y="2484461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B8EC4509-26FA-1A54-BD25-E8E9D9728FFC}"/>
                </a:ext>
              </a:extLst>
            </p:cNvPr>
            <p:cNvSpPr/>
            <p:nvPr/>
          </p:nvSpPr>
          <p:spPr>
            <a:xfrm>
              <a:off x="9293565" y="288521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725573B1-9AC6-97D5-7F65-CCB3F13B92B1}"/>
                </a:ext>
              </a:extLst>
            </p:cNvPr>
            <p:cNvSpPr/>
            <p:nvPr/>
          </p:nvSpPr>
          <p:spPr>
            <a:xfrm>
              <a:off x="9293565" y="3285967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0EEDCC6B-17D8-E93B-D594-387401438A0B}"/>
                </a:ext>
              </a:extLst>
            </p:cNvPr>
            <p:cNvSpPr/>
            <p:nvPr/>
          </p:nvSpPr>
          <p:spPr>
            <a:xfrm>
              <a:off x="9293565" y="368672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CDB418DC-850F-33BC-A2A8-1CC31D7FA921}"/>
                </a:ext>
              </a:extLst>
            </p:cNvPr>
            <p:cNvSpPr/>
            <p:nvPr/>
          </p:nvSpPr>
          <p:spPr>
            <a:xfrm>
              <a:off x="9293565" y="4087473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3E4861C9-A1B1-F198-95FE-D8634B0503CC}"/>
                </a:ext>
              </a:extLst>
            </p:cNvPr>
            <p:cNvSpPr/>
            <p:nvPr/>
          </p:nvSpPr>
          <p:spPr>
            <a:xfrm>
              <a:off x="9293565" y="448822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9FF2A507-B7C1-A377-C5F1-C9FA6BEE6D8A}"/>
                </a:ext>
              </a:extLst>
            </p:cNvPr>
            <p:cNvSpPr/>
            <p:nvPr/>
          </p:nvSpPr>
          <p:spPr>
            <a:xfrm>
              <a:off x="9293565" y="4888979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01A77588-7144-F8EF-FAEB-4D7B409BFDA4}"/>
                </a:ext>
              </a:extLst>
            </p:cNvPr>
            <p:cNvSpPr/>
            <p:nvPr/>
          </p:nvSpPr>
          <p:spPr>
            <a:xfrm>
              <a:off x="9293565" y="528973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A465826F-8D7D-C960-9FA0-120A5994535C}"/>
                </a:ext>
              </a:extLst>
            </p:cNvPr>
            <p:cNvSpPr/>
            <p:nvPr/>
          </p:nvSpPr>
          <p:spPr>
            <a:xfrm>
              <a:off x="9293565" y="569048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5" name="Group 554">
            <a:extLst>
              <a:ext uri="{FF2B5EF4-FFF2-40B4-BE49-F238E27FC236}">
                <a16:creationId xmlns:a16="http://schemas.microsoft.com/office/drawing/2014/main" id="{CE5A4638-D9A8-BFD7-DE54-35A5309ABD71}"/>
              </a:ext>
            </a:extLst>
          </p:cNvPr>
          <p:cNvGrpSpPr/>
          <p:nvPr/>
        </p:nvGrpSpPr>
        <p:grpSpPr>
          <a:xfrm>
            <a:off x="2622435" y="2093104"/>
            <a:ext cx="279139" cy="3885913"/>
            <a:chOff x="2622435" y="2093104"/>
            <a:chExt cx="279139" cy="3885913"/>
          </a:xfrm>
        </p:grpSpPr>
        <p:sp>
          <p:nvSpPr>
            <p:cNvPr id="544" name="Oval 543">
              <a:extLst>
                <a:ext uri="{FF2B5EF4-FFF2-40B4-BE49-F238E27FC236}">
                  <a16:creationId xmlns:a16="http://schemas.microsoft.com/office/drawing/2014/main" id="{9817AD3C-465F-16D2-73FA-24AFAA5C56AE}"/>
                </a:ext>
              </a:extLst>
            </p:cNvPr>
            <p:cNvSpPr/>
            <p:nvPr/>
          </p:nvSpPr>
          <p:spPr>
            <a:xfrm flipH="1">
              <a:off x="2622435" y="209310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5" name="Oval 544">
              <a:extLst>
                <a:ext uri="{FF2B5EF4-FFF2-40B4-BE49-F238E27FC236}">
                  <a16:creationId xmlns:a16="http://schemas.microsoft.com/office/drawing/2014/main" id="{B1B69FF0-73AB-7679-8B63-4EA0EFB93F95}"/>
                </a:ext>
              </a:extLst>
            </p:cNvPr>
            <p:cNvSpPr/>
            <p:nvPr/>
          </p:nvSpPr>
          <p:spPr>
            <a:xfrm flipH="1">
              <a:off x="2622435" y="2493857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6" name="Oval 545">
              <a:extLst>
                <a:ext uri="{FF2B5EF4-FFF2-40B4-BE49-F238E27FC236}">
                  <a16:creationId xmlns:a16="http://schemas.microsoft.com/office/drawing/2014/main" id="{7FC76866-C4A6-CD8B-CB2B-FEEF39A646CD}"/>
                </a:ext>
              </a:extLst>
            </p:cNvPr>
            <p:cNvSpPr/>
            <p:nvPr/>
          </p:nvSpPr>
          <p:spPr>
            <a:xfrm flipH="1">
              <a:off x="2622435" y="289461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7" name="Oval 546">
              <a:extLst>
                <a:ext uri="{FF2B5EF4-FFF2-40B4-BE49-F238E27FC236}">
                  <a16:creationId xmlns:a16="http://schemas.microsoft.com/office/drawing/2014/main" id="{82B3B1BD-BF21-4852-AC67-9C03EBEB316E}"/>
                </a:ext>
              </a:extLst>
            </p:cNvPr>
            <p:cNvSpPr/>
            <p:nvPr/>
          </p:nvSpPr>
          <p:spPr>
            <a:xfrm flipH="1">
              <a:off x="2622435" y="3295363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8" name="Oval 547">
              <a:extLst>
                <a:ext uri="{FF2B5EF4-FFF2-40B4-BE49-F238E27FC236}">
                  <a16:creationId xmlns:a16="http://schemas.microsoft.com/office/drawing/2014/main" id="{5CDFF514-A4A0-B382-3C8B-978A31F79B11}"/>
                </a:ext>
              </a:extLst>
            </p:cNvPr>
            <p:cNvSpPr/>
            <p:nvPr/>
          </p:nvSpPr>
          <p:spPr>
            <a:xfrm flipH="1">
              <a:off x="2622435" y="369611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9" name="Oval 548">
              <a:extLst>
                <a:ext uri="{FF2B5EF4-FFF2-40B4-BE49-F238E27FC236}">
                  <a16:creationId xmlns:a16="http://schemas.microsoft.com/office/drawing/2014/main" id="{734451BE-30E6-0198-C1A9-44F23CD993E4}"/>
                </a:ext>
              </a:extLst>
            </p:cNvPr>
            <p:cNvSpPr/>
            <p:nvPr/>
          </p:nvSpPr>
          <p:spPr>
            <a:xfrm flipH="1">
              <a:off x="2622435" y="4096869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0" name="Oval 549">
              <a:extLst>
                <a:ext uri="{FF2B5EF4-FFF2-40B4-BE49-F238E27FC236}">
                  <a16:creationId xmlns:a16="http://schemas.microsoft.com/office/drawing/2014/main" id="{5D72AF44-3046-AB6F-EBF7-57845C649448}"/>
                </a:ext>
              </a:extLst>
            </p:cNvPr>
            <p:cNvSpPr/>
            <p:nvPr/>
          </p:nvSpPr>
          <p:spPr>
            <a:xfrm flipH="1">
              <a:off x="2622435" y="449762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1" name="Oval 550">
              <a:extLst>
                <a:ext uri="{FF2B5EF4-FFF2-40B4-BE49-F238E27FC236}">
                  <a16:creationId xmlns:a16="http://schemas.microsoft.com/office/drawing/2014/main" id="{377237D2-4D37-42B1-B513-6282B3A48CCE}"/>
                </a:ext>
              </a:extLst>
            </p:cNvPr>
            <p:cNvSpPr/>
            <p:nvPr/>
          </p:nvSpPr>
          <p:spPr>
            <a:xfrm flipH="1">
              <a:off x="2622435" y="4898375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2" name="Oval 551">
              <a:extLst>
                <a:ext uri="{FF2B5EF4-FFF2-40B4-BE49-F238E27FC236}">
                  <a16:creationId xmlns:a16="http://schemas.microsoft.com/office/drawing/2014/main" id="{25811C90-9309-B375-C271-73A69EA38AE0}"/>
                </a:ext>
              </a:extLst>
            </p:cNvPr>
            <p:cNvSpPr/>
            <p:nvPr/>
          </p:nvSpPr>
          <p:spPr>
            <a:xfrm flipH="1">
              <a:off x="2622435" y="529912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3" name="Oval 552">
              <a:extLst>
                <a:ext uri="{FF2B5EF4-FFF2-40B4-BE49-F238E27FC236}">
                  <a16:creationId xmlns:a16="http://schemas.microsoft.com/office/drawing/2014/main" id="{1147D010-7ADD-FD26-0A62-3B8E861B963F}"/>
                </a:ext>
              </a:extLst>
            </p:cNvPr>
            <p:cNvSpPr/>
            <p:nvPr/>
          </p:nvSpPr>
          <p:spPr>
            <a:xfrm flipH="1">
              <a:off x="2622435" y="569987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54" name="TextBox 553">
                <a:extLst>
                  <a:ext uri="{FF2B5EF4-FFF2-40B4-BE49-F238E27FC236}">
                    <a16:creationId xmlns:a16="http://schemas.microsoft.com/office/drawing/2014/main" id="{E639C5F7-32AD-F38B-381F-8FCF66CA4363}"/>
                  </a:ext>
                </a:extLst>
              </p:cNvPr>
              <p:cNvSpPr txBox="1"/>
              <p:nvPr/>
            </p:nvSpPr>
            <p:spPr>
              <a:xfrm>
                <a:off x="1533678" y="3858744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54" name="TextBox 553">
                <a:extLst>
                  <a:ext uri="{FF2B5EF4-FFF2-40B4-BE49-F238E27FC236}">
                    <a16:creationId xmlns:a16="http://schemas.microsoft.com/office/drawing/2014/main" id="{E639C5F7-32AD-F38B-381F-8FCF66CA43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3678" y="3858744"/>
                <a:ext cx="36798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3" name="TextBox 592">
                <a:extLst>
                  <a:ext uri="{FF2B5EF4-FFF2-40B4-BE49-F238E27FC236}">
                    <a16:creationId xmlns:a16="http://schemas.microsoft.com/office/drawing/2014/main" id="{31605A48-AD3E-4290-1198-BE6F8B32AC55}"/>
                  </a:ext>
                </a:extLst>
              </p:cNvPr>
              <p:cNvSpPr txBox="1"/>
              <p:nvPr/>
            </p:nvSpPr>
            <p:spPr>
              <a:xfrm flipH="1">
                <a:off x="10658322" y="3826289"/>
                <a:ext cx="371384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93" name="TextBox 592">
                <a:extLst>
                  <a:ext uri="{FF2B5EF4-FFF2-40B4-BE49-F238E27FC236}">
                    <a16:creationId xmlns:a16="http://schemas.microsoft.com/office/drawing/2014/main" id="{31605A48-AD3E-4290-1198-BE6F8B32AC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658322" y="3826289"/>
                <a:ext cx="371384" cy="369332"/>
              </a:xfrm>
              <a:prstGeom prst="rect">
                <a:avLst/>
              </a:prstGeom>
              <a:blipFill>
                <a:blip r:embed="rId3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2012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41FC5AB-297E-A4B2-6747-4A6DC80A6705}"/>
              </a:ext>
            </a:extLst>
          </p:cNvPr>
          <p:cNvCxnSpPr>
            <a:cxnSpLocks/>
          </p:cNvCxnSpPr>
          <p:nvPr/>
        </p:nvCxnSpPr>
        <p:spPr>
          <a:xfrm flipH="1" flipV="1">
            <a:off x="1901664" y="4043410"/>
            <a:ext cx="720771" cy="179603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EB240BD-D248-A584-67E1-E8A61EAC3F6B}"/>
              </a:ext>
            </a:extLst>
          </p:cNvPr>
          <p:cNvCxnSpPr>
            <a:cxnSpLocks/>
          </p:cNvCxnSpPr>
          <p:nvPr/>
        </p:nvCxnSpPr>
        <p:spPr>
          <a:xfrm flipH="1" flipV="1">
            <a:off x="1901664" y="4043410"/>
            <a:ext cx="720771" cy="139528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042550B-BBBE-9477-BA22-942680E719AA}"/>
              </a:ext>
            </a:extLst>
          </p:cNvPr>
          <p:cNvCxnSpPr>
            <a:cxnSpLocks/>
          </p:cNvCxnSpPr>
          <p:nvPr/>
        </p:nvCxnSpPr>
        <p:spPr>
          <a:xfrm flipH="1" flipV="1">
            <a:off x="1901664" y="4043410"/>
            <a:ext cx="720771" cy="9945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E14CF9A-046B-47D7-9DC6-FA980FC92171}"/>
              </a:ext>
            </a:extLst>
          </p:cNvPr>
          <p:cNvCxnSpPr>
            <a:cxnSpLocks/>
          </p:cNvCxnSpPr>
          <p:nvPr/>
        </p:nvCxnSpPr>
        <p:spPr>
          <a:xfrm flipH="1" flipV="1">
            <a:off x="1901664" y="4043410"/>
            <a:ext cx="720771" cy="59378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8EB8610-0B15-354A-1066-F1105A79586C}"/>
              </a:ext>
            </a:extLst>
          </p:cNvPr>
          <p:cNvCxnSpPr>
            <a:cxnSpLocks/>
          </p:cNvCxnSpPr>
          <p:nvPr/>
        </p:nvCxnSpPr>
        <p:spPr>
          <a:xfrm flipH="1" flipV="1">
            <a:off x="1901664" y="4043410"/>
            <a:ext cx="720771" cy="19302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C22ADBE-59A6-3158-CE2E-D159FD006B7B}"/>
              </a:ext>
            </a:extLst>
          </p:cNvPr>
          <p:cNvCxnSpPr>
            <a:cxnSpLocks/>
          </p:cNvCxnSpPr>
          <p:nvPr/>
        </p:nvCxnSpPr>
        <p:spPr>
          <a:xfrm flipH="1">
            <a:off x="1901664" y="3835686"/>
            <a:ext cx="720771" cy="20772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6F75449-71D7-4CA7-1920-63735CB3F2CE}"/>
              </a:ext>
            </a:extLst>
          </p:cNvPr>
          <p:cNvCxnSpPr>
            <a:cxnSpLocks/>
          </p:cNvCxnSpPr>
          <p:nvPr/>
        </p:nvCxnSpPr>
        <p:spPr>
          <a:xfrm flipH="1">
            <a:off x="1901664" y="3434933"/>
            <a:ext cx="720771" cy="60847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A907FB4-0D8C-610B-8875-AC6AF1122212}"/>
              </a:ext>
            </a:extLst>
          </p:cNvPr>
          <p:cNvCxnSpPr>
            <a:cxnSpLocks/>
          </p:cNvCxnSpPr>
          <p:nvPr/>
        </p:nvCxnSpPr>
        <p:spPr>
          <a:xfrm flipH="1">
            <a:off x="1901664" y="3034180"/>
            <a:ext cx="720771" cy="100923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406164E-7F84-855E-64E3-46482323B9F6}"/>
              </a:ext>
            </a:extLst>
          </p:cNvPr>
          <p:cNvCxnSpPr>
            <a:cxnSpLocks/>
          </p:cNvCxnSpPr>
          <p:nvPr/>
        </p:nvCxnSpPr>
        <p:spPr>
          <a:xfrm flipH="1">
            <a:off x="1901664" y="2232674"/>
            <a:ext cx="720771" cy="181073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0B57F37-AC61-49AA-98BA-D1A835494580}"/>
              </a:ext>
            </a:extLst>
          </p:cNvPr>
          <p:cNvCxnSpPr>
            <a:cxnSpLocks/>
          </p:cNvCxnSpPr>
          <p:nvPr/>
        </p:nvCxnSpPr>
        <p:spPr>
          <a:xfrm flipH="1">
            <a:off x="1901664" y="2633427"/>
            <a:ext cx="720771" cy="140998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D3FB2A-14AC-E64E-1E29-5063CF3102D4}"/>
              </a:ext>
            </a:extLst>
          </p:cNvPr>
          <p:cNvCxnSpPr>
            <a:cxnSpLocks/>
          </p:cNvCxnSpPr>
          <p:nvPr/>
        </p:nvCxnSpPr>
        <p:spPr>
          <a:xfrm flipH="1">
            <a:off x="2908851" y="1918552"/>
            <a:ext cx="3050917" cy="29793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3F46A52-AB50-DFC6-51B3-EA814A868BF3}"/>
              </a:ext>
            </a:extLst>
          </p:cNvPr>
          <p:cNvCxnSpPr>
            <a:cxnSpLocks/>
          </p:cNvCxnSpPr>
          <p:nvPr/>
        </p:nvCxnSpPr>
        <p:spPr>
          <a:xfrm flipH="1">
            <a:off x="2908851" y="2096598"/>
            <a:ext cx="3050917" cy="11989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DFF598B-AC1C-929D-6532-234C5B7F97AA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5815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5337F74-FE5D-7F48-99DF-65F4FEB296D4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23620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196CC00-368A-F7F6-FE19-B8D1DDBE10ED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41424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73FC76D-F833-AD1B-9184-590EE82414A4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59229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153C69F-1B97-448A-F4E5-F7671994A285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77033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AD56040-3AEE-688F-053E-EDA15049F9A6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94838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5180082-BCF3-C93C-0F6B-780293316B1B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112643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04EB54F-C5ED-3FFF-C20F-534FA8BB16AA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130447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9723BE5-29E2-6F41-5146-531E7F13C93F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148252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216127B-4056-CD34-0996-33892B240559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166056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A00DBC6-C76E-827C-5196-6D8199F0C8A8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183861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085A384-9841-D0B3-E88F-F0692F478779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20166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18ECA6A-A7BE-DEA0-7ACF-F1F4171193E9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21947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7DB1E15-4355-25A8-D4B9-D5FFAB7D7DCA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237275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81D63A9-1238-209A-218F-D8B2F2674837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25507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9DCC8E1-36B8-BA93-CE6D-8A4DCCF031FB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272884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7A7FAB4-B20E-F004-E41C-3BF0D932137D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290689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8684625-12D5-7E75-5725-B7041C7601F4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308493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002A92B-16B3-311F-DA7E-907DF5F08536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326298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B0E29C0-0611-3AA6-F850-C7454BEF13E7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344102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64F74760-3E7B-3C3D-56E2-8F6301564498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361907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DD707E1-F943-A62A-232F-EC42053F3DB2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379711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FDDC5E2-9D81-C2CC-EE96-F8510BC7214A}"/>
              </a:ext>
            </a:extLst>
          </p:cNvPr>
          <p:cNvCxnSpPr>
            <a:cxnSpLocks/>
          </p:cNvCxnSpPr>
          <p:nvPr/>
        </p:nvCxnSpPr>
        <p:spPr>
          <a:xfrm flipH="1">
            <a:off x="2904817" y="1923306"/>
            <a:ext cx="3054951" cy="69456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43FF95-B6C1-1C87-BAC4-3D38BB0444AC}"/>
              </a:ext>
            </a:extLst>
          </p:cNvPr>
          <p:cNvCxnSpPr>
            <a:cxnSpLocks/>
          </p:cNvCxnSpPr>
          <p:nvPr/>
        </p:nvCxnSpPr>
        <p:spPr>
          <a:xfrm flipH="1">
            <a:off x="2904817" y="2101352"/>
            <a:ext cx="3054951" cy="51652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A81D397-DF7B-1B5C-5AA3-733F3B13A376}"/>
              </a:ext>
            </a:extLst>
          </p:cNvPr>
          <p:cNvCxnSpPr>
            <a:cxnSpLocks/>
          </p:cNvCxnSpPr>
          <p:nvPr/>
        </p:nvCxnSpPr>
        <p:spPr>
          <a:xfrm flipH="1">
            <a:off x="2904817" y="2279398"/>
            <a:ext cx="3054951" cy="33847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E8ACE36-59D4-F44B-2A1D-6CA2622CAF04}"/>
              </a:ext>
            </a:extLst>
          </p:cNvPr>
          <p:cNvCxnSpPr>
            <a:cxnSpLocks/>
          </p:cNvCxnSpPr>
          <p:nvPr/>
        </p:nvCxnSpPr>
        <p:spPr>
          <a:xfrm flipH="1">
            <a:off x="2904817" y="2457444"/>
            <a:ext cx="3054951" cy="16042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7B5AC2B-509C-622E-8FF9-27AB9196E994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1761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0AECEE8-7558-9BE6-F6DF-643923C745FB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19566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E110C95-5ED4-DDF0-B4AF-3E6B15BFB1DA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37370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2545428-CEA5-4905-7EE2-F89F4148C462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55175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7CCE134-33C2-4ABE-3982-193EFD2CAC66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72980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BACA88A-62CB-7B9A-6136-34E1337A99BF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90784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C40FEB0-739C-121F-0C3A-6D9277C64BA6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108589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954D6D3-5863-E8D3-36A0-93E70DCE06B6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12639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82EC06-0BC0-A316-E98B-F485753F6D70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14419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D0F103C-1F32-0779-DA73-70757BB0D66E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162003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808A380-63E7-210A-9404-1FE32F6843AE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179807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619FF88-6B6D-F94B-63FF-3789F4067F19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197612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19BD4847-A357-7494-E8CF-3BC9E900EC09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215416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3389A56A-F8A9-B551-207C-E668D072DC93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23322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C005E05-28BA-9D4D-13A1-E6C9598FDED4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251026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6DE295C-0B39-2461-7A8D-0E0AA44EC22D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268830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C6292B0F-5E7F-8DE4-284F-FA62B9C2ACA7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286635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3DE5D3BF-08B1-AAF5-3008-2ED5188F69EB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304439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582093BE-ABC6-A470-D875-DE74E0E39CBA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322244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467F1293-A398-A71C-9AD3-E077E5659980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34004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662DDC7D-CE2A-E4CA-3EF8-A908F92EF225}"/>
              </a:ext>
            </a:extLst>
          </p:cNvPr>
          <p:cNvCxnSpPr>
            <a:cxnSpLocks/>
          </p:cNvCxnSpPr>
          <p:nvPr/>
        </p:nvCxnSpPr>
        <p:spPr>
          <a:xfrm flipH="1">
            <a:off x="2904816" y="1925527"/>
            <a:ext cx="3054952" cy="109372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D3140947-0A30-EE3D-3699-4C423E8A844B}"/>
              </a:ext>
            </a:extLst>
          </p:cNvPr>
          <p:cNvCxnSpPr>
            <a:cxnSpLocks/>
          </p:cNvCxnSpPr>
          <p:nvPr/>
        </p:nvCxnSpPr>
        <p:spPr>
          <a:xfrm flipH="1">
            <a:off x="2904816" y="2103573"/>
            <a:ext cx="3054952" cy="91568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3A32083-4823-2DF1-014C-4E8B0A72FF0B}"/>
              </a:ext>
            </a:extLst>
          </p:cNvPr>
          <p:cNvCxnSpPr>
            <a:cxnSpLocks/>
          </p:cNvCxnSpPr>
          <p:nvPr/>
        </p:nvCxnSpPr>
        <p:spPr>
          <a:xfrm flipH="1">
            <a:off x="2904816" y="2281619"/>
            <a:ext cx="3054952" cy="73763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DA5F0A4-404B-AE5E-5D03-D8A15FEBC745}"/>
              </a:ext>
            </a:extLst>
          </p:cNvPr>
          <p:cNvCxnSpPr>
            <a:cxnSpLocks/>
          </p:cNvCxnSpPr>
          <p:nvPr/>
        </p:nvCxnSpPr>
        <p:spPr>
          <a:xfrm flipH="1">
            <a:off x="2904816" y="2459665"/>
            <a:ext cx="3054952" cy="55959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B845C59-1C51-C3C0-D4E6-9832FD8185EF}"/>
              </a:ext>
            </a:extLst>
          </p:cNvPr>
          <p:cNvCxnSpPr>
            <a:cxnSpLocks/>
          </p:cNvCxnSpPr>
          <p:nvPr/>
        </p:nvCxnSpPr>
        <p:spPr>
          <a:xfrm flipH="1">
            <a:off x="2904816" y="2637711"/>
            <a:ext cx="3054952" cy="38154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49C06147-8FD8-5453-6936-F708555E32D4}"/>
              </a:ext>
            </a:extLst>
          </p:cNvPr>
          <p:cNvCxnSpPr>
            <a:cxnSpLocks/>
          </p:cNvCxnSpPr>
          <p:nvPr/>
        </p:nvCxnSpPr>
        <p:spPr>
          <a:xfrm flipH="1">
            <a:off x="2904816" y="2815757"/>
            <a:ext cx="3054952" cy="20349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EA5B0D8-20F6-7651-2431-2140519CCD7F}"/>
              </a:ext>
            </a:extLst>
          </p:cNvPr>
          <p:cNvCxnSpPr>
            <a:cxnSpLocks/>
          </p:cNvCxnSpPr>
          <p:nvPr/>
        </p:nvCxnSpPr>
        <p:spPr>
          <a:xfrm flipH="1">
            <a:off x="2904816" y="2993803"/>
            <a:ext cx="3054952" cy="2545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E17FEA4F-7DF8-54F6-85E4-EA8E12CB6DA3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15259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1AE2919C-8597-B30F-C9D9-E4388F9A3201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3306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0069560C-5756-3BB9-E52B-D01CDC5B2301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5086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E562CA7-CC0E-45CA-38FC-5549806990DB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68673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571A8BB9-3F46-25A0-DECD-09B9C36D1CA6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86477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7F700DF-8797-0B8E-095C-AC4406DEDD1E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104282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FCBD7DE-2386-B80F-290A-FE7065828EEA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122087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49719C2-2BB1-A14C-B238-9C8801FB60CB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139891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0F1F9761-CF77-8133-EDF4-A3D6E269B3C3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157696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BC5CDDFB-7A2A-9D38-79BF-92F471FEAF2E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175500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B8211757-5414-4C99-085F-17181BB33E8D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193305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D589DF3F-1CDC-AB3F-0F69-4AC484A28507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211110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2452BA4D-213B-B507-3197-E02496518D55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228914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7458E89-DB87-9FB4-30DB-E710A2D261F3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246719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83A9507E-DFE0-AA89-CF74-AC30264B1F12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26452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E0C92CD-2FA3-EF3E-DFD6-3D6DE5EFF5E7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28232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D4DC709-CE5C-3CFA-5A38-EA9253907592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300132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CF7E0D76-13F2-695F-AD4B-1A6C66A4DBA9}"/>
              </a:ext>
            </a:extLst>
          </p:cNvPr>
          <p:cNvCxnSpPr>
            <a:cxnSpLocks/>
          </p:cNvCxnSpPr>
          <p:nvPr/>
        </p:nvCxnSpPr>
        <p:spPr>
          <a:xfrm flipH="1">
            <a:off x="2904816" y="1925527"/>
            <a:ext cx="3054952" cy="149511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A84FE4FF-7572-5D6E-D9C1-B52C3EFE9CE0}"/>
              </a:ext>
            </a:extLst>
          </p:cNvPr>
          <p:cNvCxnSpPr>
            <a:cxnSpLocks/>
          </p:cNvCxnSpPr>
          <p:nvPr/>
        </p:nvCxnSpPr>
        <p:spPr>
          <a:xfrm flipH="1">
            <a:off x="2904816" y="2103573"/>
            <a:ext cx="3054952" cy="131706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B0C7EB72-D18B-8F32-3F3E-2F51FB991D52}"/>
              </a:ext>
            </a:extLst>
          </p:cNvPr>
          <p:cNvCxnSpPr>
            <a:cxnSpLocks/>
          </p:cNvCxnSpPr>
          <p:nvPr/>
        </p:nvCxnSpPr>
        <p:spPr>
          <a:xfrm flipH="1">
            <a:off x="2904816" y="2281619"/>
            <a:ext cx="3054952" cy="113902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0A205FE9-8229-EEAD-3676-A428902B7E28}"/>
              </a:ext>
            </a:extLst>
          </p:cNvPr>
          <p:cNvCxnSpPr>
            <a:cxnSpLocks/>
          </p:cNvCxnSpPr>
          <p:nvPr/>
        </p:nvCxnSpPr>
        <p:spPr>
          <a:xfrm flipH="1">
            <a:off x="2904816" y="2459665"/>
            <a:ext cx="3054952" cy="96097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0A3DB7E-3857-FF03-61C3-B289183A76C1}"/>
              </a:ext>
            </a:extLst>
          </p:cNvPr>
          <p:cNvCxnSpPr>
            <a:cxnSpLocks/>
          </p:cNvCxnSpPr>
          <p:nvPr/>
        </p:nvCxnSpPr>
        <p:spPr>
          <a:xfrm flipH="1">
            <a:off x="2904816" y="2637711"/>
            <a:ext cx="3054952" cy="78292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DC90B83D-CFC5-A547-9E22-8923BC369A05}"/>
              </a:ext>
            </a:extLst>
          </p:cNvPr>
          <p:cNvCxnSpPr>
            <a:cxnSpLocks/>
          </p:cNvCxnSpPr>
          <p:nvPr/>
        </p:nvCxnSpPr>
        <p:spPr>
          <a:xfrm flipH="1">
            <a:off x="2904816" y="2815757"/>
            <a:ext cx="3054952" cy="60488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5BBD752C-B009-4CCD-6F27-6A6F22CDF83F}"/>
              </a:ext>
            </a:extLst>
          </p:cNvPr>
          <p:cNvCxnSpPr>
            <a:cxnSpLocks/>
          </p:cNvCxnSpPr>
          <p:nvPr/>
        </p:nvCxnSpPr>
        <p:spPr>
          <a:xfrm flipH="1">
            <a:off x="2904816" y="2993803"/>
            <a:ext cx="3054952" cy="42683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3F616494-7C01-7473-E489-0DA7933220C7}"/>
              </a:ext>
            </a:extLst>
          </p:cNvPr>
          <p:cNvCxnSpPr>
            <a:cxnSpLocks/>
          </p:cNvCxnSpPr>
          <p:nvPr/>
        </p:nvCxnSpPr>
        <p:spPr>
          <a:xfrm flipH="1">
            <a:off x="2904816" y="3171849"/>
            <a:ext cx="3054952" cy="24879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5B4C2D7-6148-972D-CC8B-32ED33C2B87F}"/>
              </a:ext>
            </a:extLst>
          </p:cNvPr>
          <p:cNvCxnSpPr>
            <a:cxnSpLocks/>
          </p:cNvCxnSpPr>
          <p:nvPr/>
        </p:nvCxnSpPr>
        <p:spPr>
          <a:xfrm flipH="1">
            <a:off x="2904816" y="3349895"/>
            <a:ext cx="3054952" cy="7074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5D49E40B-1C7A-29D3-0524-4F758966F9FC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10730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369C86B-41FC-5A3A-5ABA-713952EB0724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2853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7E5380F2-BBD9-0601-0C70-1BC12CE0E1E8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46339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00F0058-5398-C472-4CB5-2421A9A8CA84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64144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01165266-C281-8166-3F50-63F26621832E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81948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5B64442-5B20-624F-B528-EF784D24EF11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99753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81A02C72-5984-AD94-B023-B2B0A59E242C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117558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6858CC23-E3B7-559B-0608-FFB961C91366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135362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460AB8C7-1998-2C43-A49A-090D090A0280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153167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7F9DE1A-C99A-A6C8-C892-EC5146B98FB6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170971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93E72CC-AF2B-2A8B-2AD1-0CFF95197DD5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188776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2564AA31-288F-F50B-4C32-D9ED966847B3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206581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A654CE26-F7E9-9EB8-1D7D-46263DFC82FF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224385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F2612F5B-14F6-4F8A-0DF3-A5F83461BCFA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242190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ECDC6540-39F0-2230-CB87-27F4E021A2B1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259993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4F8FEA79-88EE-B542-A0CD-53CB9B7EDB9B}"/>
              </a:ext>
            </a:extLst>
          </p:cNvPr>
          <p:cNvCxnSpPr>
            <a:cxnSpLocks/>
          </p:cNvCxnSpPr>
          <p:nvPr/>
        </p:nvCxnSpPr>
        <p:spPr>
          <a:xfrm flipH="1">
            <a:off x="2904816" y="1925527"/>
            <a:ext cx="3054952" cy="189649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AF92CE5-6425-CA25-25F9-C44C5B10062E}"/>
              </a:ext>
            </a:extLst>
          </p:cNvPr>
          <p:cNvCxnSpPr>
            <a:cxnSpLocks/>
          </p:cNvCxnSpPr>
          <p:nvPr/>
        </p:nvCxnSpPr>
        <p:spPr>
          <a:xfrm flipH="1">
            <a:off x="2904816" y="2103573"/>
            <a:ext cx="3054952" cy="171844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76D782E-3BD3-9DC1-E62D-E9EE91B8B35D}"/>
              </a:ext>
            </a:extLst>
          </p:cNvPr>
          <p:cNvCxnSpPr>
            <a:cxnSpLocks/>
          </p:cNvCxnSpPr>
          <p:nvPr/>
        </p:nvCxnSpPr>
        <p:spPr>
          <a:xfrm flipH="1">
            <a:off x="2904816" y="2281619"/>
            <a:ext cx="3054952" cy="154040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B7F22224-B691-2D15-6D5B-E640CCD2CA62}"/>
              </a:ext>
            </a:extLst>
          </p:cNvPr>
          <p:cNvCxnSpPr>
            <a:cxnSpLocks/>
          </p:cNvCxnSpPr>
          <p:nvPr/>
        </p:nvCxnSpPr>
        <p:spPr>
          <a:xfrm flipH="1">
            <a:off x="2904816" y="2459665"/>
            <a:ext cx="3054952" cy="13623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7E0E3BA-7CDE-2FA5-51CB-5BFDF05CDE7F}"/>
              </a:ext>
            </a:extLst>
          </p:cNvPr>
          <p:cNvCxnSpPr>
            <a:cxnSpLocks/>
          </p:cNvCxnSpPr>
          <p:nvPr/>
        </p:nvCxnSpPr>
        <p:spPr>
          <a:xfrm flipH="1">
            <a:off x="2904816" y="2637711"/>
            <a:ext cx="3054952" cy="118431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A75C5615-D3CF-5193-21E4-58567B386398}"/>
              </a:ext>
            </a:extLst>
          </p:cNvPr>
          <p:cNvCxnSpPr>
            <a:cxnSpLocks/>
          </p:cNvCxnSpPr>
          <p:nvPr/>
        </p:nvCxnSpPr>
        <p:spPr>
          <a:xfrm flipH="1">
            <a:off x="2904816" y="2815757"/>
            <a:ext cx="3054952" cy="100626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9925807D-1256-BF95-CCCC-E2F7223D3389}"/>
              </a:ext>
            </a:extLst>
          </p:cNvPr>
          <p:cNvCxnSpPr>
            <a:cxnSpLocks/>
          </p:cNvCxnSpPr>
          <p:nvPr/>
        </p:nvCxnSpPr>
        <p:spPr>
          <a:xfrm flipH="1">
            <a:off x="2904816" y="2993803"/>
            <a:ext cx="3054952" cy="82821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E37D544A-9E09-AE30-9609-A9C2EF0A4025}"/>
              </a:ext>
            </a:extLst>
          </p:cNvPr>
          <p:cNvCxnSpPr>
            <a:cxnSpLocks/>
          </p:cNvCxnSpPr>
          <p:nvPr/>
        </p:nvCxnSpPr>
        <p:spPr>
          <a:xfrm flipH="1">
            <a:off x="2904816" y="3171849"/>
            <a:ext cx="3054952" cy="65017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8C39B483-A0CD-4863-5894-B170D4457EF4}"/>
              </a:ext>
            </a:extLst>
          </p:cNvPr>
          <p:cNvCxnSpPr>
            <a:cxnSpLocks/>
          </p:cNvCxnSpPr>
          <p:nvPr/>
        </p:nvCxnSpPr>
        <p:spPr>
          <a:xfrm flipH="1">
            <a:off x="2904816" y="3349895"/>
            <a:ext cx="3054952" cy="4721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4D391C01-1A14-EC8F-5D37-F55DC6B18831}"/>
              </a:ext>
            </a:extLst>
          </p:cNvPr>
          <p:cNvCxnSpPr>
            <a:cxnSpLocks/>
          </p:cNvCxnSpPr>
          <p:nvPr/>
        </p:nvCxnSpPr>
        <p:spPr>
          <a:xfrm flipH="1">
            <a:off x="2904816" y="3527941"/>
            <a:ext cx="3054952" cy="2940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EE6D85D5-8565-4FFE-658B-B6CC7C1DEDF9}"/>
              </a:ext>
            </a:extLst>
          </p:cNvPr>
          <p:cNvCxnSpPr>
            <a:cxnSpLocks/>
          </p:cNvCxnSpPr>
          <p:nvPr/>
        </p:nvCxnSpPr>
        <p:spPr>
          <a:xfrm flipH="1">
            <a:off x="2904816" y="3705987"/>
            <a:ext cx="3054952" cy="1160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96766FF4-C397-F33F-135F-A3E4C59CE481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822022"/>
            <a:ext cx="3054952" cy="6201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CB4EB7A7-DD92-262C-8187-4405F9ADBF37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822022"/>
            <a:ext cx="3054952" cy="24005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EA4FB9FC-3206-90FB-E333-CD254773E3DC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822022"/>
            <a:ext cx="3054952" cy="41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C2A05515-B23E-9E40-1DA5-495A9CAB87F7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822022"/>
            <a:ext cx="3054952" cy="59615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79803BE0-FF48-2D30-7FFB-B74F251D6247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822022"/>
            <a:ext cx="3054952" cy="7741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4985B0C2-F909-C361-F00D-44085B83A323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822022"/>
            <a:ext cx="3054952" cy="95224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E5252CC3-DB6B-26DF-CD1A-42FE7B4AADC8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822022"/>
            <a:ext cx="3054952" cy="11302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F4AAF75A-3B01-CC74-36AF-7D9A3DF57CC9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822022"/>
            <a:ext cx="3054952" cy="13083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9DB8792-9818-48A1-3095-2FE1F6512E3C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822022"/>
            <a:ext cx="3054952" cy="14863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EA4191D6-E667-702E-A73C-CA3232D680E8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822022"/>
            <a:ext cx="3054952" cy="16644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3D0062AD-F7A1-3EEF-B7E6-AA45346BC5A3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822022"/>
            <a:ext cx="3054952" cy="184247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03DD3C2C-A056-ACCC-C477-9533483E48A9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822022"/>
            <a:ext cx="3054952" cy="202051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95F53FDB-0A0F-012B-BB7B-A21C29430F5D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822022"/>
            <a:ext cx="3054952" cy="219855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9B12A007-94F5-EA6F-6A4B-D9B4534508BA}"/>
              </a:ext>
            </a:extLst>
          </p:cNvPr>
          <p:cNvCxnSpPr>
            <a:cxnSpLocks/>
          </p:cNvCxnSpPr>
          <p:nvPr/>
        </p:nvCxnSpPr>
        <p:spPr>
          <a:xfrm flipH="1">
            <a:off x="2904816" y="1925527"/>
            <a:ext cx="3054952" cy="229787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3C6BA13-3339-4DBB-2081-F0ACDA653B4D}"/>
              </a:ext>
            </a:extLst>
          </p:cNvPr>
          <p:cNvCxnSpPr>
            <a:cxnSpLocks/>
          </p:cNvCxnSpPr>
          <p:nvPr/>
        </p:nvCxnSpPr>
        <p:spPr>
          <a:xfrm flipH="1">
            <a:off x="2904816" y="2103573"/>
            <a:ext cx="3054952" cy="211983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AD4CD2FB-0F13-AD4A-1FD3-6E82099B0835}"/>
              </a:ext>
            </a:extLst>
          </p:cNvPr>
          <p:cNvCxnSpPr>
            <a:cxnSpLocks/>
          </p:cNvCxnSpPr>
          <p:nvPr/>
        </p:nvCxnSpPr>
        <p:spPr>
          <a:xfrm flipH="1">
            <a:off x="2904816" y="2281619"/>
            <a:ext cx="3054952" cy="194178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B3BF1B1-AF92-F0AE-251C-4B201E082F62}"/>
              </a:ext>
            </a:extLst>
          </p:cNvPr>
          <p:cNvCxnSpPr>
            <a:cxnSpLocks/>
          </p:cNvCxnSpPr>
          <p:nvPr/>
        </p:nvCxnSpPr>
        <p:spPr>
          <a:xfrm flipH="1">
            <a:off x="2904816" y="2459665"/>
            <a:ext cx="3054952" cy="176374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40A58361-6383-103F-6CFD-86BB8C391B73}"/>
              </a:ext>
            </a:extLst>
          </p:cNvPr>
          <p:cNvCxnSpPr>
            <a:cxnSpLocks/>
          </p:cNvCxnSpPr>
          <p:nvPr/>
        </p:nvCxnSpPr>
        <p:spPr>
          <a:xfrm flipH="1">
            <a:off x="2904816" y="2637711"/>
            <a:ext cx="3054952" cy="158569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3CCF1A0-481E-8328-2F2C-595465DCF7FB}"/>
              </a:ext>
            </a:extLst>
          </p:cNvPr>
          <p:cNvCxnSpPr>
            <a:cxnSpLocks/>
          </p:cNvCxnSpPr>
          <p:nvPr/>
        </p:nvCxnSpPr>
        <p:spPr>
          <a:xfrm flipH="1">
            <a:off x="2904816" y="2815757"/>
            <a:ext cx="3054952" cy="14076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A4181F0A-28DE-3C43-1FCF-FEED0EFCD4A9}"/>
              </a:ext>
            </a:extLst>
          </p:cNvPr>
          <p:cNvCxnSpPr>
            <a:cxnSpLocks/>
          </p:cNvCxnSpPr>
          <p:nvPr/>
        </p:nvCxnSpPr>
        <p:spPr>
          <a:xfrm flipH="1">
            <a:off x="2904816" y="2993803"/>
            <a:ext cx="3054952" cy="122960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AD957C03-D39A-641F-568B-FAC4190E194B}"/>
              </a:ext>
            </a:extLst>
          </p:cNvPr>
          <p:cNvCxnSpPr>
            <a:cxnSpLocks/>
          </p:cNvCxnSpPr>
          <p:nvPr/>
        </p:nvCxnSpPr>
        <p:spPr>
          <a:xfrm flipH="1">
            <a:off x="2904816" y="3171849"/>
            <a:ext cx="3054952" cy="105155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FFED02D8-B56D-AE7B-8FC2-F97680CD643C}"/>
              </a:ext>
            </a:extLst>
          </p:cNvPr>
          <p:cNvCxnSpPr>
            <a:cxnSpLocks/>
          </p:cNvCxnSpPr>
          <p:nvPr/>
        </p:nvCxnSpPr>
        <p:spPr>
          <a:xfrm flipH="1">
            <a:off x="2904816" y="3349895"/>
            <a:ext cx="3054952" cy="87351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C058EF93-4A91-5A2E-8326-971473BD2C6F}"/>
              </a:ext>
            </a:extLst>
          </p:cNvPr>
          <p:cNvCxnSpPr>
            <a:cxnSpLocks/>
          </p:cNvCxnSpPr>
          <p:nvPr/>
        </p:nvCxnSpPr>
        <p:spPr>
          <a:xfrm flipH="1">
            <a:off x="2904816" y="3527941"/>
            <a:ext cx="3054952" cy="69546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BF9C485D-7972-BB8D-FAA4-EF6C1722AC8D}"/>
              </a:ext>
            </a:extLst>
          </p:cNvPr>
          <p:cNvCxnSpPr>
            <a:cxnSpLocks/>
          </p:cNvCxnSpPr>
          <p:nvPr/>
        </p:nvCxnSpPr>
        <p:spPr>
          <a:xfrm flipH="1">
            <a:off x="2904816" y="3705987"/>
            <a:ext cx="3054952" cy="51741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E85A7066-3A6F-C795-BD44-F64CCCDDEDF6}"/>
              </a:ext>
            </a:extLst>
          </p:cNvPr>
          <p:cNvCxnSpPr>
            <a:cxnSpLocks/>
          </p:cNvCxnSpPr>
          <p:nvPr/>
        </p:nvCxnSpPr>
        <p:spPr>
          <a:xfrm flipH="1">
            <a:off x="2904816" y="3884035"/>
            <a:ext cx="3054952" cy="33937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BD7A7C92-CE46-DEEB-7147-9D73699E244D}"/>
              </a:ext>
            </a:extLst>
          </p:cNvPr>
          <p:cNvCxnSpPr>
            <a:cxnSpLocks/>
          </p:cNvCxnSpPr>
          <p:nvPr/>
        </p:nvCxnSpPr>
        <p:spPr>
          <a:xfrm flipH="1">
            <a:off x="2904816" y="4062081"/>
            <a:ext cx="3054952" cy="16132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DA48728E-78EA-77F1-B8A5-667714E413AD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223405"/>
            <a:ext cx="3054952" cy="1672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1D34247B-7CCA-B6B7-1BBE-938E55F90CA8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223405"/>
            <a:ext cx="3054952" cy="19476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3EF824C-F095-E817-895A-6836BDA9BA3D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223405"/>
            <a:ext cx="3054952" cy="37281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C6F0D17F-ABE8-8A30-DEE7-6C6563453C63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223405"/>
            <a:ext cx="3054952" cy="5508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83BAF66-7F6C-594C-EFEA-553DBAE6493B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223405"/>
            <a:ext cx="3054952" cy="7289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2F933FA1-4E87-7D71-545A-FBCBEC4F0E1E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223405"/>
            <a:ext cx="3054952" cy="90695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59E594A4-1724-42A7-99CF-60BCBCE04AD0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223405"/>
            <a:ext cx="3054952" cy="10849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896BFCDF-A6F3-85DB-C1CF-10B7FB85A5AC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223405"/>
            <a:ext cx="3054952" cy="126304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070F53B8-0189-DF1E-9DB8-61CF0E6191A9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223405"/>
            <a:ext cx="3054952" cy="144109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F08BB75C-8057-10A3-FB76-9AF1FBFCA903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223405"/>
            <a:ext cx="3054952" cy="161913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44C0C22A-CECD-B9F3-BB62-3927C6EB17FE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223405"/>
            <a:ext cx="3054952" cy="179717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A9235FF2-870C-0052-FF3E-137EEC2F722A}"/>
              </a:ext>
            </a:extLst>
          </p:cNvPr>
          <p:cNvCxnSpPr>
            <a:cxnSpLocks/>
          </p:cNvCxnSpPr>
          <p:nvPr/>
        </p:nvCxnSpPr>
        <p:spPr>
          <a:xfrm flipH="1">
            <a:off x="2904816" y="1925527"/>
            <a:ext cx="3054952" cy="269926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14CF3E2B-3A34-3159-171B-074CBE0C8397}"/>
              </a:ext>
            </a:extLst>
          </p:cNvPr>
          <p:cNvCxnSpPr>
            <a:cxnSpLocks/>
          </p:cNvCxnSpPr>
          <p:nvPr/>
        </p:nvCxnSpPr>
        <p:spPr>
          <a:xfrm flipH="1">
            <a:off x="2904816" y="2103573"/>
            <a:ext cx="3054952" cy="25212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0F3C00DF-8EDC-5DAF-A903-8645A8E81B47}"/>
              </a:ext>
            </a:extLst>
          </p:cNvPr>
          <p:cNvCxnSpPr>
            <a:cxnSpLocks/>
          </p:cNvCxnSpPr>
          <p:nvPr/>
        </p:nvCxnSpPr>
        <p:spPr>
          <a:xfrm flipH="1">
            <a:off x="2904816" y="2281619"/>
            <a:ext cx="3054952" cy="234316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CABAA143-D145-5088-E8E0-3894304AD4BD}"/>
              </a:ext>
            </a:extLst>
          </p:cNvPr>
          <p:cNvCxnSpPr>
            <a:cxnSpLocks/>
          </p:cNvCxnSpPr>
          <p:nvPr/>
        </p:nvCxnSpPr>
        <p:spPr>
          <a:xfrm flipH="1">
            <a:off x="2904816" y="2459665"/>
            <a:ext cx="3054952" cy="216512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4C820E31-46D9-6F95-2753-D67DCE62AF3E}"/>
              </a:ext>
            </a:extLst>
          </p:cNvPr>
          <p:cNvCxnSpPr>
            <a:cxnSpLocks/>
          </p:cNvCxnSpPr>
          <p:nvPr/>
        </p:nvCxnSpPr>
        <p:spPr>
          <a:xfrm flipH="1">
            <a:off x="2904816" y="2637711"/>
            <a:ext cx="3054952" cy="198707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55D6774C-265D-3A45-79C7-BB9C5AB260CB}"/>
              </a:ext>
            </a:extLst>
          </p:cNvPr>
          <p:cNvCxnSpPr>
            <a:cxnSpLocks/>
          </p:cNvCxnSpPr>
          <p:nvPr/>
        </p:nvCxnSpPr>
        <p:spPr>
          <a:xfrm flipH="1">
            <a:off x="2904816" y="2815757"/>
            <a:ext cx="3054952" cy="180903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1AC997CC-0E33-A91B-FE3C-281A5A85FE33}"/>
              </a:ext>
            </a:extLst>
          </p:cNvPr>
          <p:cNvCxnSpPr>
            <a:cxnSpLocks/>
          </p:cNvCxnSpPr>
          <p:nvPr/>
        </p:nvCxnSpPr>
        <p:spPr>
          <a:xfrm flipH="1">
            <a:off x="2904816" y="2993803"/>
            <a:ext cx="3054952" cy="16309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F40C7A85-7420-DA33-9301-6F8ED0FEECCE}"/>
              </a:ext>
            </a:extLst>
          </p:cNvPr>
          <p:cNvCxnSpPr>
            <a:cxnSpLocks/>
          </p:cNvCxnSpPr>
          <p:nvPr/>
        </p:nvCxnSpPr>
        <p:spPr>
          <a:xfrm flipH="1">
            <a:off x="2904816" y="3171849"/>
            <a:ext cx="3054952" cy="14529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8CF12C03-BEBB-9276-BBAF-32FF6A3E955D}"/>
              </a:ext>
            </a:extLst>
          </p:cNvPr>
          <p:cNvCxnSpPr>
            <a:cxnSpLocks/>
          </p:cNvCxnSpPr>
          <p:nvPr/>
        </p:nvCxnSpPr>
        <p:spPr>
          <a:xfrm flipH="1">
            <a:off x="2904816" y="3349895"/>
            <a:ext cx="3054952" cy="127489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5617C2D1-BCC4-4038-6B8A-70290F558762}"/>
              </a:ext>
            </a:extLst>
          </p:cNvPr>
          <p:cNvCxnSpPr>
            <a:cxnSpLocks/>
          </p:cNvCxnSpPr>
          <p:nvPr/>
        </p:nvCxnSpPr>
        <p:spPr>
          <a:xfrm flipH="1">
            <a:off x="2904816" y="3527941"/>
            <a:ext cx="3054952" cy="109684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80165524-B37B-7ACD-D39F-A6E2814244EB}"/>
              </a:ext>
            </a:extLst>
          </p:cNvPr>
          <p:cNvCxnSpPr>
            <a:cxnSpLocks/>
          </p:cNvCxnSpPr>
          <p:nvPr/>
        </p:nvCxnSpPr>
        <p:spPr>
          <a:xfrm flipH="1">
            <a:off x="2904816" y="3705987"/>
            <a:ext cx="3054952" cy="91880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4C9CD19F-936B-2E74-6256-DA8826E5F496}"/>
              </a:ext>
            </a:extLst>
          </p:cNvPr>
          <p:cNvCxnSpPr>
            <a:cxnSpLocks/>
          </p:cNvCxnSpPr>
          <p:nvPr/>
        </p:nvCxnSpPr>
        <p:spPr>
          <a:xfrm flipH="1">
            <a:off x="2904816" y="3884035"/>
            <a:ext cx="3054952" cy="74075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530F8F10-313D-6C30-869F-29813732CB96}"/>
              </a:ext>
            </a:extLst>
          </p:cNvPr>
          <p:cNvCxnSpPr>
            <a:cxnSpLocks/>
          </p:cNvCxnSpPr>
          <p:nvPr/>
        </p:nvCxnSpPr>
        <p:spPr>
          <a:xfrm flipH="1">
            <a:off x="2904816" y="4062081"/>
            <a:ext cx="3054952" cy="56270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7C2270DC-A126-78F8-5A29-8AFC7FEAEAB0}"/>
              </a:ext>
            </a:extLst>
          </p:cNvPr>
          <p:cNvCxnSpPr>
            <a:cxnSpLocks/>
          </p:cNvCxnSpPr>
          <p:nvPr/>
        </p:nvCxnSpPr>
        <p:spPr>
          <a:xfrm flipH="1">
            <a:off x="2904816" y="4240127"/>
            <a:ext cx="3054952" cy="38466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93A631A1-CB31-666C-9715-147AA16F6B6E}"/>
              </a:ext>
            </a:extLst>
          </p:cNvPr>
          <p:cNvCxnSpPr>
            <a:cxnSpLocks/>
          </p:cNvCxnSpPr>
          <p:nvPr/>
        </p:nvCxnSpPr>
        <p:spPr>
          <a:xfrm flipH="1">
            <a:off x="2904816" y="4418173"/>
            <a:ext cx="3054952" cy="2066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60B719C0-04E5-11FD-BF7A-7DE287526EC4}"/>
              </a:ext>
            </a:extLst>
          </p:cNvPr>
          <p:cNvCxnSpPr>
            <a:cxnSpLocks/>
          </p:cNvCxnSpPr>
          <p:nvPr/>
        </p:nvCxnSpPr>
        <p:spPr>
          <a:xfrm flipH="1">
            <a:off x="2904816" y="4596219"/>
            <a:ext cx="3054952" cy="2856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2976956C-85F9-5A72-904E-FAB722B8B0B2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624788"/>
            <a:ext cx="3054952" cy="14947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917E6EB4-3D8D-5528-77E1-67426B495F41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624788"/>
            <a:ext cx="3054952" cy="32752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A7557688-4D55-E9DA-4C5C-B7F4CD2C4FA2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624788"/>
            <a:ext cx="3054952" cy="50556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40F2DE0D-DBB4-50CE-E237-32AA6F9832CC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624788"/>
            <a:ext cx="3054952" cy="6836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F88F01DC-1D1F-6452-BA5F-207CBC961882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624788"/>
            <a:ext cx="3054952" cy="86166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B5B1E70A-45D5-1EA3-C038-9547C3A35694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624788"/>
            <a:ext cx="3054952" cy="103970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7AA00C90-4CD8-C357-D4B6-D9FFD3CD99EC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624788"/>
            <a:ext cx="3054952" cy="121775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08B28F1F-8FBE-9D87-1A46-2B0546C8B77B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624788"/>
            <a:ext cx="3054952" cy="13957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08073B9B-5B73-A32B-E2FE-27585C2192EC}"/>
              </a:ext>
            </a:extLst>
          </p:cNvPr>
          <p:cNvCxnSpPr>
            <a:cxnSpLocks/>
          </p:cNvCxnSpPr>
          <p:nvPr/>
        </p:nvCxnSpPr>
        <p:spPr>
          <a:xfrm flipH="1">
            <a:off x="2904816" y="1925527"/>
            <a:ext cx="3054952" cy="310064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604B957C-4954-31E9-91FF-6EC4E9EE443E}"/>
              </a:ext>
            </a:extLst>
          </p:cNvPr>
          <p:cNvCxnSpPr>
            <a:cxnSpLocks/>
          </p:cNvCxnSpPr>
          <p:nvPr/>
        </p:nvCxnSpPr>
        <p:spPr>
          <a:xfrm flipH="1">
            <a:off x="2904816" y="2103573"/>
            <a:ext cx="3054952" cy="29225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CAE23FFA-8917-B503-7470-78DFDDCFDABD}"/>
              </a:ext>
            </a:extLst>
          </p:cNvPr>
          <p:cNvCxnSpPr>
            <a:cxnSpLocks/>
          </p:cNvCxnSpPr>
          <p:nvPr/>
        </p:nvCxnSpPr>
        <p:spPr>
          <a:xfrm flipH="1">
            <a:off x="2904816" y="2281619"/>
            <a:ext cx="3054952" cy="274455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E9E4C42F-7BDB-E931-74C9-A5A25F487426}"/>
              </a:ext>
            </a:extLst>
          </p:cNvPr>
          <p:cNvCxnSpPr>
            <a:cxnSpLocks/>
          </p:cNvCxnSpPr>
          <p:nvPr/>
        </p:nvCxnSpPr>
        <p:spPr>
          <a:xfrm flipH="1">
            <a:off x="2904816" y="2459665"/>
            <a:ext cx="3054952" cy="25665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D48569D6-74A3-67C9-F044-F0BCB83972CE}"/>
              </a:ext>
            </a:extLst>
          </p:cNvPr>
          <p:cNvCxnSpPr>
            <a:cxnSpLocks/>
          </p:cNvCxnSpPr>
          <p:nvPr/>
        </p:nvCxnSpPr>
        <p:spPr>
          <a:xfrm flipH="1">
            <a:off x="2904816" y="2637711"/>
            <a:ext cx="3054952" cy="23884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FDE9E473-4A45-4241-DF9F-3DF530FF4188}"/>
              </a:ext>
            </a:extLst>
          </p:cNvPr>
          <p:cNvCxnSpPr>
            <a:cxnSpLocks/>
          </p:cNvCxnSpPr>
          <p:nvPr/>
        </p:nvCxnSpPr>
        <p:spPr>
          <a:xfrm flipH="1">
            <a:off x="2904816" y="2815757"/>
            <a:ext cx="3054952" cy="221041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30A82F57-1088-939D-05AD-3FA8950A6116}"/>
              </a:ext>
            </a:extLst>
          </p:cNvPr>
          <p:cNvCxnSpPr>
            <a:cxnSpLocks/>
          </p:cNvCxnSpPr>
          <p:nvPr/>
        </p:nvCxnSpPr>
        <p:spPr>
          <a:xfrm flipH="1">
            <a:off x="2904816" y="2993803"/>
            <a:ext cx="3054952" cy="203236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D9A00D6F-AE4C-6A1F-5FD9-E79E6FAAF945}"/>
              </a:ext>
            </a:extLst>
          </p:cNvPr>
          <p:cNvCxnSpPr>
            <a:cxnSpLocks/>
          </p:cNvCxnSpPr>
          <p:nvPr/>
        </p:nvCxnSpPr>
        <p:spPr>
          <a:xfrm flipH="1">
            <a:off x="2904816" y="3171849"/>
            <a:ext cx="3054952" cy="185432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00583CB0-3B13-742F-026B-E2C978480B7B}"/>
              </a:ext>
            </a:extLst>
          </p:cNvPr>
          <p:cNvCxnSpPr>
            <a:cxnSpLocks/>
          </p:cNvCxnSpPr>
          <p:nvPr/>
        </p:nvCxnSpPr>
        <p:spPr>
          <a:xfrm flipH="1">
            <a:off x="2904816" y="3349895"/>
            <a:ext cx="3054952" cy="167627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C47D3FCD-357F-E382-C0DA-AB9FBCE546BB}"/>
              </a:ext>
            </a:extLst>
          </p:cNvPr>
          <p:cNvCxnSpPr>
            <a:cxnSpLocks/>
          </p:cNvCxnSpPr>
          <p:nvPr/>
        </p:nvCxnSpPr>
        <p:spPr>
          <a:xfrm flipH="1">
            <a:off x="2904816" y="3527941"/>
            <a:ext cx="3054952" cy="149823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440A5C4E-5AA2-1376-6C56-46313689E502}"/>
              </a:ext>
            </a:extLst>
          </p:cNvPr>
          <p:cNvCxnSpPr>
            <a:cxnSpLocks/>
          </p:cNvCxnSpPr>
          <p:nvPr/>
        </p:nvCxnSpPr>
        <p:spPr>
          <a:xfrm flipH="1">
            <a:off x="2904816" y="3705987"/>
            <a:ext cx="3054952" cy="132018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996645CC-F40C-CED9-A756-3E876C73B7DF}"/>
              </a:ext>
            </a:extLst>
          </p:cNvPr>
          <p:cNvCxnSpPr>
            <a:cxnSpLocks/>
          </p:cNvCxnSpPr>
          <p:nvPr/>
        </p:nvCxnSpPr>
        <p:spPr>
          <a:xfrm flipH="1">
            <a:off x="2904816" y="3884035"/>
            <a:ext cx="3054952" cy="114213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8525021E-C94B-3AD4-14E1-6E4048A5A6FD}"/>
              </a:ext>
            </a:extLst>
          </p:cNvPr>
          <p:cNvCxnSpPr>
            <a:cxnSpLocks/>
          </p:cNvCxnSpPr>
          <p:nvPr/>
        </p:nvCxnSpPr>
        <p:spPr>
          <a:xfrm flipH="1">
            <a:off x="2904816" y="4062081"/>
            <a:ext cx="3054952" cy="96409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2D14BAFF-6A34-63FF-F0CE-5BB3855280D8}"/>
              </a:ext>
            </a:extLst>
          </p:cNvPr>
          <p:cNvCxnSpPr>
            <a:cxnSpLocks/>
          </p:cNvCxnSpPr>
          <p:nvPr/>
        </p:nvCxnSpPr>
        <p:spPr>
          <a:xfrm flipH="1">
            <a:off x="2904816" y="4240127"/>
            <a:ext cx="3054952" cy="78604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B8BD1913-BDCF-72FC-C36F-C56DD593F761}"/>
              </a:ext>
            </a:extLst>
          </p:cNvPr>
          <p:cNvCxnSpPr>
            <a:cxnSpLocks/>
          </p:cNvCxnSpPr>
          <p:nvPr/>
        </p:nvCxnSpPr>
        <p:spPr>
          <a:xfrm flipH="1">
            <a:off x="2904816" y="4418173"/>
            <a:ext cx="3054952" cy="6079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15893004-A623-61C5-9C02-58D95E494DCE}"/>
              </a:ext>
            </a:extLst>
          </p:cNvPr>
          <p:cNvCxnSpPr>
            <a:cxnSpLocks/>
          </p:cNvCxnSpPr>
          <p:nvPr/>
        </p:nvCxnSpPr>
        <p:spPr>
          <a:xfrm flipH="1">
            <a:off x="2904816" y="4596219"/>
            <a:ext cx="3054952" cy="42995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2D29C38C-889B-2DAE-D833-357C0971DAD4}"/>
              </a:ext>
            </a:extLst>
          </p:cNvPr>
          <p:cNvCxnSpPr>
            <a:cxnSpLocks/>
          </p:cNvCxnSpPr>
          <p:nvPr/>
        </p:nvCxnSpPr>
        <p:spPr>
          <a:xfrm flipH="1">
            <a:off x="2904816" y="4774265"/>
            <a:ext cx="3054952" cy="2519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5B5BCF27-ED17-E8CF-E5DC-10C430C57644}"/>
              </a:ext>
            </a:extLst>
          </p:cNvPr>
          <p:cNvCxnSpPr>
            <a:cxnSpLocks/>
          </p:cNvCxnSpPr>
          <p:nvPr/>
        </p:nvCxnSpPr>
        <p:spPr>
          <a:xfrm flipH="1">
            <a:off x="2904816" y="4952311"/>
            <a:ext cx="3054952" cy="738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092A0F0F-45CB-CDB8-5DF8-3AFCB427A9F9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5026171"/>
            <a:ext cx="3054952" cy="10418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7B228BCF-8F42-54D1-F3A6-209BE2E9B8BE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5026171"/>
            <a:ext cx="3054952" cy="28223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1943AEB2-A3A3-756C-596A-4056873140F9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5026171"/>
            <a:ext cx="3054952" cy="46027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088C5FA1-84F6-9069-42FD-35F7B74C4193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5026171"/>
            <a:ext cx="3054952" cy="63832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D538DCF3-237C-C64E-06A3-5C1766D4D0A5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5026171"/>
            <a:ext cx="3054952" cy="81637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A0E58324-8977-BF5B-0FFC-2E5ACE46C6A7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5026171"/>
            <a:ext cx="3054952" cy="9944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9F10E1A0-71F6-06B6-3FED-0802DC516960}"/>
              </a:ext>
            </a:extLst>
          </p:cNvPr>
          <p:cNvCxnSpPr>
            <a:cxnSpLocks/>
          </p:cNvCxnSpPr>
          <p:nvPr/>
        </p:nvCxnSpPr>
        <p:spPr>
          <a:xfrm flipH="1">
            <a:off x="2904816" y="1925527"/>
            <a:ext cx="3054952" cy="35020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BBD1448A-5CF8-A415-8DD9-6B986C3CFED6}"/>
              </a:ext>
            </a:extLst>
          </p:cNvPr>
          <p:cNvCxnSpPr>
            <a:cxnSpLocks/>
          </p:cNvCxnSpPr>
          <p:nvPr/>
        </p:nvCxnSpPr>
        <p:spPr>
          <a:xfrm flipH="1">
            <a:off x="2904816" y="2103573"/>
            <a:ext cx="3054952" cy="33239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0FD9C680-F186-0B92-0C37-713927F7EFE1}"/>
              </a:ext>
            </a:extLst>
          </p:cNvPr>
          <p:cNvCxnSpPr>
            <a:cxnSpLocks/>
          </p:cNvCxnSpPr>
          <p:nvPr/>
        </p:nvCxnSpPr>
        <p:spPr>
          <a:xfrm flipH="1">
            <a:off x="2904816" y="2281619"/>
            <a:ext cx="3054952" cy="31459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8D753B23-4332-3FCD-396B-B7E80CE8145D}"/>
              </a:ext>
            </a:extLst>
          </p:cNvPr>
          <p:cNvCxnSpPr>
            <a:cxnSpLocks/>
          </p:cNvCxnSpPr>
          <p:nvPr/>
        </p:nvCxnSpPr>
        <p:spPr>
          <a:xfrm flipH="1">
            <a:off x="2904816" y="2459665"/>
            <a:ext cx="3054952" cy="29678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3BB0555B-CAD8-6D56-F934-E3FF7DD438B3}"/>
              </a:ext>
            </a:extLst>
          </p:cNvPr>
          <p:cNvCxnSpPr>
            <a:cxnSpLocks/>
          </p:cNvCxnSpPr>
          <p:nvPr/>
        </p:nvCxnSpPr>
        <p:spPr>
          <a:xfrm flipH="1">
            <a:off x="2904816" y="2637711"/>
            <a:ext cx="3054952" cy="278984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81915C48-8CEA-9703-121A-1FB6F08AE5BA}"/>
              </a:ext>
            </a:extLst>
          </p:cNvPr>
          <p:cNvCxnSpPr>
            <a:cxnSpLocks/>
          </p:cNvCxnSpPr>
          <p:nvPr/>
        </p:nvCxnSpPr>
        <p:spPr>
          <a:xfrm flipH="1">
            <a:off x="2904816" y="2815757"/>
            <a:ext cx="3054952" cy="26117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B86C17FB-B5B3-052C-B36A-B69702A363E4}"/>
              </a:ext>
            </a:extLst>
          </p:cNvPr>
          <p:cNvCxnSpPr>
            <a:cxnSpLocks/>
          </p:cNvCxnSpPr>
          <p:nvPr/>
        </p:nvCxnSpPr>
        <p:spPr>
          <a:xfrm flipH="1">
            <a:off x="2904816" y="2993803"/>
            <a:ext cx="3054952" cy="243375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F63BF8BE-6BFA-DB53-E1A6-F354BCE9E8F3}"/>
              </a:ext>
            </a:extLst>
          </p:cNvPr>
          <p:cNvCxnSpPr>
            <a:cxnSpLocks/>
          </p:cNvCxnSpPr>
          <p:nvPr/>
        </p:nvCxnSpPr>
        <p:spPr>
          <a:xfrm flipH="1">
            <a:off x="2904816" y="3171849"/>
            <a:ext cx="3054952" cy="22557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F3CD100F-AD96-4782-53D3-F5D164E4BF40}"/>
              </a:ext>
            </a:extLst>
          </p:cNvPr>
          <p:cNvCxnSpPr>
            <a:cxnSpLocks/>
          </p:cNvCxnSpPr>
          <p:nvPr/>
        </p:nvCxnSpPr>
        <p:spPr>
          <a:xfrm flipH="1">
            <a:off x="2904816" y="3349895"/>
            <a:ext cx="3054952" cy="207765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F332A4E-2CF9-256E-EC61-72A8403F17BE}"/>
              </a:ext>
            </a:extLst>
          </p:cNvPr>
          <p:cNvCxnSpPr>
            <a:cxnSpLocks/>
          </p:cNvCxnSpPr>
          <p:nvPr/>
        </p:nvCxnSpPr>
        <p:spPr>
          <a:xfrm flipH="1">
            <a:off x="2904816" y="3527941"/>
            <a:ext cx="3054952" cy="189961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5C9B79E-A93C-4887-2DA5-307E0D746C5F}"/>
              </a:ext>
            </a:extLst>
          </p:cNvPr>
          <p:cNvCxnSpPr>
            <a:cxnSpLocks/>
          </p:cNvCxnSpPr>
          <p:nvPr/>
        </p:nvCxnSpPr>
        <p:spPr>
          <a:xfrm flipH="1">
            <a:off x="2904816" y="3705987"/>
            <a:ext cx="3054952" cy="172156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45BCB33-33CA-A23D-59D3-5CD416BC9752}"/>
              </a:ext>
            </a:extLst>
          </p:cNvPr>
          <p:cNvCxnSpPr>
            <a:cxnSpLocks/>
          </p:cNvCxnSpPr>
          <p:nvPr/>
        </p:nvCxnSpPr>
        <p:spPr>
          <a:xfrm flipH="1">
            <a:off x="2904816" y="3884035"/>
            <a:ext cx="3054952" cy="154351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4576075C-568E-8BBE-6E74-881635A27460}"/>
              </a:ext>
            </a:extLst>
          </p:cNvPr>
          <p:cNvCxnSpPr>
            <a:cxnSpLocks/>
          </p:cNvCxnSpPr>
          <p:nvPr/>
        </p:nvCxnSpPr>
        <p:spPr>
          <a:xfrm flipH="1">
            <a:off x="2904816" y="4062081"/>
            <a:ext cx="3054952" cy="136547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BDA868FD-62CA-C9A2-5B6C-5B892A11BDEF}"/>
              </a:ext>
            </a:extLst>
          </p:cNvPr>
          <p:cNvCxnSpPr>
            <a:cxnSpLocks/>
          </p:cNvCxnSpPr>
          <p:nvPr/>
        </p:nvCxnSpPr>
        <p:spPr>
          <a:xfrm flipH="1">
            <a:off x="2904816" y="4240127"/>
            <a:ext cx="3054952" cy="11874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7012ADD1-072C-0EB6-8552-145791ECA95A}"/>
              </a:ext>
            </a:extLst>
          </p:cNvPr>
          <p:cNvCxnSpPr>
            <a:cxnSpLocks/>
          </p:cNvCxnSpPr>
          <p:nvPr/>
        </p:nvCxnSpPr>
        <p:spPr>
          <a:xfrm flipH="1">
            <a:off x="2904816" y="4418173"/>
            <a:ext cx="3054952" cy="10093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A522FC77-F215-008C-2A28-352DF21176B2}"/>
              </a:ext>
            </a:extLst>
          </p:cNvPr>
          <p:cNvCxnSpPr>
            <a:cxnSpLocks/>
          </p:cNvCxnSpPr>
          <p:nvPr/>
        </p:nvCxnSpPr>
        <p:spPr>
          <a:xfrm flipH="1">
            <a:off x="2904816" y="4596219"/>
            <a:ext cx="3054952" cy="8313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D5708B9B-C5D1-0485-45B5-4B7346F22869}"/>
              </a:ext>
            </a:extLst>
          </p:cNvPr>
          <p:cNvCxnSpPr>
            <a:cxnSpLocks/>
          </p:cNvCxnSpPr>
          <p:nvPr/>
        </p:nvCxnSpPr>
        <p:spPr>
          <a:xfrm flipH="1">
            <a:off x="2904816" y="4774265"/>
            <a:ext cx="3054952" cy="6532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0B52DF9D-B9B1-BABF-3B3E-98E44D903CA5}"/>
              </a:ext>
            </a:extLst>
          </p:cNvPr>
          <p:cNvCxnSpPr>
            <a:cxnSpLocks/>
          </p:cNvCxnSpPr>
          <p:nvPr/>
        </p:nvCxnSpPr>
        <p:spPr>
          <a:xfrm flipH="1">
            <a:off x="2904816" y="4952311"/>
            <a:ext cx="3054952" cy="47524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061FDB2A-CE98-182C-1EB3-8F579BFB6BDC}"/>
              </a:ext>
            </a:extLst>
          </p:cNvPr>
          <p:cNvCxnSpPr>
            <a:cxnSpLocks/>
          </p:cNvCxnSpPr>
          <p:nvPr/>
        </p:nvCxnSpPr>
        <p:spPr>
          <a:xfrm flipH="1">
            <a:off x="2904816" y="5130357"/>
            <a:ext cx="3054952" cy="2971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872EB026-EAF1-915C-3CBC-A270BB145590}"/>
              </a:ext>
            </a:extLst>
          </p:cNvPr>
          <p:cNvCxnSpPr>
            <a:cxnSpLocks/>
          </p:cNvCxnSpPr>
          <p:nvPr/>
        </p:nvCxnSpPr>
        <p:spPr>
          <a:xfrm flipH="1">
            <a:off x="2904816" y="5308403"/>
            <a:ext cx="3054952" cy="11915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7FA2409E-9753-D618-AF43-F9F486D48955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5427554"/>
            <a:ext cx="3054952" cy="5889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90E00EC5-4AE4-CE04-2A30-B058803CE55A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5427554"/>
            <a:ext cx="3054952" cy="23694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B8A6C367-0A70-2D2C-BF10-093D78B5080E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5427554"/>
            <a:ext cx="3054952" cy="41498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392D58F7-2AAD-6D69-EDC4-3F11041FD19A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5427554"/>
            <a:ext cx="3054952" cy="59302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163388EF-2D21-39C7-3F07-2F4375EF2534}"/>
              </a:ext>
            </a:extLst>
          </p:cNvPr>
          <p:cNvCxnSpPr>
            <a:cxnSpLocks/>
          </p:cNvCxnSpPr>
          <p:nvPr/>
        </p:nvCxnSpPr>
        <p:spPr>
          <a:xfrm flipH="1">
            <a:off x="2904816" y="1925527"/>
            <a:ext cx="3054952" cy="390340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2E58FB34-EF24-D1F7-5864-3DDCFE3B5B07}"/>
              </a:ext>
            </a:extLst>
          </p:cNvPr>
          <p:cNvCxnSpPr>
            <a:cxnSpLocks/>
          </p:cNvCxnSpPr>
          <p:nvPr/>
        </p:nvCxnSpPr>
        <p:spPr>
          <a:xfrm flipH="1">
            <a:off x="2904816" y="2103573"/>
            <a:ext cx="3054952" cy="372536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09053439-B43F-3FE7-0BEE-3AE64244556E}"/>
              </a:ext>
            </a:extLst>
          </p:cNvPr>
          <p:cNvCxnSpPr>
            <a:cxnSpLocks/>
          </p:cNvCxnSpPr>
          <p:nvPr/>
        </p:nvCxnSpPr>
        <p:spPr>
          <a:xfrm flipH="1">
            <a:off x="2904816" y="2281619"/>
            <a:ext cx="3054952" cy="35473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597FBAD1-3BEA-FBCB-1FDC-AA3E0C5EBC4D}"/>
              </a:ext>
            </a:extLst>
          </p:cNvPr>
          <p:cNvCxnSpPr>
            <a:cxnSpLocks/>
          </p:cNvCxnSpPr>
          <p:nvPr/>
        </p:nvCxnSpPr>
        <p:spPr>
          <a:xfrm flipH="1">
            <a:off x="2904816" y="2459665"/>
            <a:ext cx="3054952" cy="336926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B9395B01-9226-9B00-0378-E2ED138DC8CF}"/>
              </a:ext>
            </a:extLst>
          </p:cNvPr>
          <p:cNvCxnSpPr>
            <a:cxnSpLocks/>
          </p:cNvCxnSpPr>
          <p:nvPr/>
        </p:nvCxnSpPr>
        <p:spPr>
          <a:xfrm flipH="1">
            <a:off x="2904816" y="2637711"/>
            <a:ext cx="3054952" cy="319122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EA004721-CAD5-A50E-937C-BD56E44C5FFA}"/>
              </a:ext>
            </a:extLst>
          </p:cNvPr>
          <p:cNvCxnSpPr>
            <a:cxnSpLocks/>
          </p:cNvCxnSpPr>
          <p:nvPr/>
        </p:nvCxnSpPr>
        <p:spPr>
          <a:xfrm flipH="1">
            <a:off x="2904816" y="2815757"/>
            <a:ext cx="3054952" cy="301317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F50F3CAB-B83F-AFA1-C972-332BD0EE7212}"/>
              </a:ext>
            </a:extLst>
          </p:cNvPr>
          <p:cNvCxnSpPr>
            <a:cxnSpLocks/>
          </p:cNvCxnSpPr>
          <p:nvPr/>
        </p:nvCxnSpPr>
        <p:spPr>
          <a:xfrm flipH="1">
            <a:off x="2904816" y="2993803"/>
            <a:ext cx="3054952" cy="283513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D5C2A356-D8AE-7CED-6AC9-AB8C8E620F80}"/>
              </a:ext>
            </a:extLst>
          </p:cNvPr>
          <p:cNvCxnSpPr>
            <a:cxnSpLocks/>
          </p:cNvCxnSpPr>
          <p:nvPr/>
        </p:nvCxnSpPr>
        <p:spPr>
          <a:xfrm flipH="1">
            <a:off x="2904816" y="3171849"/>
            <a:ext cx="3054952" cy="26570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Connector 235">
            <a:extLst>
              <a:ext uri="{FF2B5EF4-FFF2-40B4-BE49-F238E27FC236}">
                <a16:creationId xmlns:a16="http://schemas.microsoft.com/office/drawing/2014/main" id="{95DCBC54-D5AA-302D-E7BC-FE7AC809E68B}"/>
              </a:ext>
            </a:extLst>
          </p:cNvPr>
          <p:cNvCxnSpPr>
            <a:cxnSpLocks/>
          </p:cNvCxnSpPr>
          <p:nvPr/>
        </p:nvCxnSpPr>
        <p:spPr>
          <a:xfrm flipH="1">
            <a:off x="2904816" y="3349895"/>
            <a:ext cx="3054952" cy="24790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07446CC7-782B-B147-5CFD-6531B1EA8615}"/>
              </a:ext>
            </a:extLst>
          </p:cNvPr>
          <p:cNvCxnSpPr>
            <a:cxnSpLocks/>
          </p:cNvCxnSpPr>
          <p:nvPr/>
        </p:nvCxnSpPr>
        <p:spPr>
          <a:xfrm flipH="1">
            <a:off x="2904816" y="3527941"/>
            <a:ext cx="3054952" cy="230099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Connector 237">
            <a:extLst>
              <a:ext uri="{FF2B5EF4-FFF2-40B4-BE49-F238E27FC236}">
                <a16:creationId xmlns:a16="http://schemas.microsoft.com/office/drawing/2014/main" id="{5452CE5D-9986-4EF9-D1A8-68805E1117C5}"/>
              </a:ext>
            </a:extLst>
          </p:cNvPr>
          <p:cNvCxnSpPr>
            <a:cxnSpLocks/>
          </p:cNvCxnSpPr>
          <p:nvPr/>
        </p:nvCxnSpPr>
        <p:spPr>
          <a:xfrm flipH="1">
            <a:off x="2904816" y="3705987"/>
            <a:ext cx="3054952" cy="212294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9A50335E-5C60-2CC8-E375-80FA1E6985A6}"/>
              </a:ext>
            </a:extLst>
          </p:cNvPr>
          <p:cNvCxnSpPr>
            <a:cxnSpLocks/>
          </p:cNvCxnSpPr>
          <p:nvPr/>
        </p:nvCxnSpPr>
        <p:spPr>
          <a:xfrm flipH="1">
            <a:off x="2904816" y="3884035"/>
            <a:ext cx="3054952" cy="194489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4ECEACB7-FCB6-AB45-B7DC-ECF743F7AAB4}"/>
              </a:ext>
            </a:extLst>
          </p:cNvPr>
          <p:cNvCxnSpPr>
            <a:cxnSpLocks/>
          </p:cNvCxnSpPr>
          <p:nvPr/>
        </p:nvCxnSpPr>
        <p:spPr>
          <a:xfrm flipH="1">
            <a:off x="2904816" y="4062081"/>
            <a:ext cx="3054952" cy="176685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E36D9F4B-72AF-2C2D-DFB4-E48CAA168EBD}"/>
              </a:ext>
            </a:extLst>
          </p:cNvPr>
          <p:cNvCxnSpPr>
            <a:cxnSpLocks/>
          </p:cNvCxnSpPr>
          <p:nvPr/>
        </p:nvCxnSpPr>
        <p:spPr>
          <a:xfrm flipH="1">
            <a:off x="2904816" y="4240127"/>
            <a:ext cx="3054952" cy="158880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Connector 241">
            <a:extLst>
              <a:ext uri="{FF2B5EF4-FFF2-40B4-BE49-F238E27FC236}">
                <a16:creationId xmlns:a16="http://schemas.microsoft.com/office/drawing/2014/main" id="{A50FCF6B-64D8-3B17-B2EF-915B6C9DCD45}"/>
              </a:ext>
            </a:extLst>
          </p:cNvPr>
          <p:cNvCxnSpPr>
            <a:cxnSpLocks/>
          </p:cNvCxnSpPr>
          <p:nvPr/>
        </p:nvCxnSpPr>
        <p:spPr>
          <a:xfrm flipH="1">
            <a:off x="2904816" y="4418173"/>
            <a:ext cx="3054952" cy="141076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Straight Connector 242">
            <a:extLst>
              <a:ext uri="{FF2B5EF4-FFF2-40B4-BE49-F238E27FC236}">
                <a16:creationId xmlns:a16="http://schemas.microsoft.com/office/drawing/2014/main" id="{94DA3A88-38E2-DFE2-6091-A51E1028E826}"/>
              </a:ext>
            </a:extLst>
          </p:cNvPr>
          <p:cNvCxnSpPr>
            <a:cxnSpLocks/>
          </p:cNvCxnSpPr>
          <p:nvPr/>
        </p:nvCxnSpPr>
        <p:spPr>
          <a:xfrm flipH="1">
            <a:off x="2904816" y="4596219"/>
            <a:ext cx="3054952" cy="12327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EFD92736-9AB4-0FD5-D063-1D5ADD94D3A0}"/>
              </a:ext>
            </a:extLst>
          </p:cNvPr>
          <p:cNvCxnSpPr>
            <a:cxnSpLocks/>
          </p:cNvCxnSpPr>
          <p:nvPr/>
        </p:nvCxnSpPr>
        <p:spPr>
          <a:xfrm flipH="1">
            <a:off x="2904816" y="4774265"/>
            <a:ext cx="3054952" cy="105466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54D721CD-F4B7-1311-24B1-2401FA527089}"/>
              </a:ext>
            </a:extLst>
          </p:cNvPr>
          <p:cNvCxnSpPr>
            <a:cxnSpLocks/>
          </p:cNvCxnSpPr>
          <p:nvPr/>
        </p:nvCxnSpPr>
        <p:spPr>
          <a:xfrm flipH="1">
            <a:off x="2904816" y="4952311"/>
            <a:ext cx="3054952" cy="87662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Connector 245">
            <a:extLst>
              <a:ext uri="{FF2B5EF4-FFF2-40B4-BE49-F238E27FC236}">
                <a16:creationId xmlns:a16="http://schemas.microsoft.com/office/drawing/2014/main" id="{4497059B-216E-A742-1839-C41A9641C6A2}"/>
              </a:ext>
            </a:extLst>
          </p:cNvPr>
          <p:cNvCxnSpPr>
            <a:cxnSpLocks/>
          </p:cNvCxnSpPr>
          <p:nvPr/>
        </p:nvCxnSpPr>
        <p:spPr>
          <a:xfrm flipH="1">
            <a:off x="2904816" y="5130357"/>
            <a:ext cx="3054952" cy="69857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Straight Connector 246">
            <a:extLst>
              <a:ext uri="{FF2B5EF4-FFF2-40B4-BE49-F238E27FC236}">
                <a16:creationId xmlns:a16="http://schemas.microsoft.com/office/drawing/2014/main" id="{8B3C7DD6-2E28-BA42-3F4A-D40C4A3A40FA}"/>
              </a:ext>
            </a:extLst>
          </p:cNvPr>
          <p:cNvCxnSpPr>
            <a:cxnSpLocks/>
          </p:cNvCxnSpPr>
          <p:nvPr/>
        </p:nvCxnSpPr>
        <p:spPr>
          <a:xfrm flipH="1">
            <a:off x="2904816" y="5308403"/>
            <a:ext cx="3054952" cy="52053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8305F77E-8C72-9ABF-ED54-18C51627658C}"/>
              </a:ext>
            </a:extLst>
          </p:cNvPr>
          <p:cNvCxnSpPr>
            <a:cxnSpLocks/>
          </p:cNvCxnSpPr>
          <p:nvPr/>
        </p:nvCxnSpPr>
        <p:spPr>
          <a:xfrm flipH="1">
            <a:off x="2904816" y="5486449"/>
            <a:ext cx="3054952" cy="3424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7B51B0D9-43B6-EA64-FC67-BDB70860C9CF}"/>
              </a:ext>
            </a:extLst>
          </p:cNvPr>
          <p:cNvCxnSpPr>
            <a:cxnSpLocks/>
          </p:cNvCxnSpPr>
          <p:nvPr/>
        </p:nvCxnSpPr>
        <p:spPr>
          <a:xfrm flipH="1">
            <a:off x="2904816" y="5664495"/>
            <a:ext cx="3054952" cy="1644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1C6EF136-7BCB-0679-A18B-470EDB2548E8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5828934"/>
            <a:ext cx="3054952" cy="1360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CCCFA1B-F6F0-EADF-F252-72F967EA053E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5828934"/>
            <a:ext cx="3054952" cy="19164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9F27549C-A155-4492-42D2-4E7CEB998FF2}"/>
              </a:ext>
            </a:extLst>
          </p:cNvPr>
          <p:cNvCxnSpPr>
            <a:cxnSpLocks/>
          </p:cNvCxnSpPr>
          <p:nvPr/>
        </p:nvCxnSpPr>
        <p:spPr>
          <a:xfrm>
            <a:off x="6244598" y="1915459"/>
            <a:ext cx="3050917" cy="29793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AC8D5191-3842-96BA-533D-A4A96283673D}"/>
              </a:ext>
            </a:extLst>
          </p:cNvPr>
          <p:cNvCxnSpPr/>
          <p:nvPr/>
        </p:nvCxnSpPr>
        <p:spPr>
          <a:xfrm>
            <a:off x="6244598" y="2093505"/>
            <a:ext cx="3050917" cy="11989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9DF0EB12-696F-C22D-E696-64B15B6CD690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5815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966E286E-61AB-D5C1-F360-DE4E5286415C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23620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29D6CE48-1E0B-C373-E43D-19CB752FA3A2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41424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BF60D9B7-E763-D29F-42C9-2EA6A709D480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59229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1EA38204-380F-DBF4-413A-7A04882D9F93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77033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3529DC74-C6E4-3D73-BA3C-7FB4A8181A12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94838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836CBF04-8C18-D5FC-2FB3-A9E0130EE1FD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112643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4F2999F0-88CF-75E4-BB3C-FFF237FA9524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130447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40CDA7C5-0211-7F3F-85C8-D1C733E06D09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148252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4CD4B934-1CE7-5B04-C62B-A9A90C085698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166056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4B797D14-E40A-0E84-DDD3-7532A8982737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183861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943A4B16-1C96-5A3A-01B5-FF177F0853EB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20166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D894E081-0AA1-25DE-5364-9C3E8442D408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21947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3B0975A-E3EA-ECF6-BFDF-B884F068CE89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237275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Connector 267">
            <a:extLst>
              <a:ext uri="{FF2B5EF4-FFF2-40B4-BE49-F238E27FC236}">
                <a16:creationId xmlns:a16="http://schemas.microsoft.com/office/drawing/2014/main" id="{EABF419B-C765-4691-9FC4-7E5CA8CC1630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25507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Connector 268">
            <a:extLst>
              <a:ext uri="{FF2B5EF4-FFF2-40B4-BE49-F238E27FC236}">
                <a16:creationId xmlns:a16="http://schemas.microsoft.com/office/drawing/2014/main" id="{E0A12D11-D0B8-7CCF-61FA-2F7BB1C23E8C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272884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950F13E6-30C9-3A1D-5BF9-3C82C8B13642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290689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0F23D028-7534-EF2B-4391-40A2DAA8FF75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308493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D35928B3-B161-1784-0C73-C81E81E07483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326298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1675A7A2-F5B6-B0F1-3D70-57A1435789D9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344102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F756B67C-8BE8-2711-A7C3-294B0F1E3115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361907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103DF210-D1D5-57D8-0938-0BC87D1A4690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379711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B9E16C91-8087-B2E7-FC4F-EAB3316AA35B}"/>
              </a:ext>
            </a:extLst>
          </p:cNvPr>
          <p:cNvCxnSpPr>
            <a:cxnSpLocks/>
          </p:cNvCxnSpPr>
          <p:nvPr/>
        </p:nvCxnSpPr>
        <p:spPr>
          <a:xfrm>
            <a:off x="6240564" y="1920213"/>
            <a:ext cx="3054951" cy="69456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ACF6D858-A613-265A-C011-3DC118D410A7}"/>
              </a:ext>
            </a:extLst>
          </p:cNvPr>
          <p:cNvCxnSpPr>
            <a:cxnSpLocks/>
          </p:cNvCxnSpPr>
          <p:nvPr/>
        </p:nvCxnSpPr>
        <p:spPr>
          <a:xfrm>
            <a:off x="6240564" y="2098259"/>
            <a:ext cx="3054951" cy="51652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7C665EB3-FDDE-ED2F-FC38-65DC3D7AB6D9}"/>
              </a:ext>
            </a:extLst>
          </p:cNvPr>
          <p:cNvCxnSpPr>
            <a:cxnSpLocks/>
          </p:cNvCxnSpPr>
          <p:nvPr/>
        </p:nvCxnSpPr>
        <p:spPr>
          <a:xfrm>
            <a:off x="6240564" y="2276305"/>
            <a:ext cx="3054951" cy="33847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9B406298-3EDA-62A5-98C3-DCB75AF6C0F3}"/>
              </a:ext>
            </a:extLst>
          </p:cNvPr>
          <p:cNvCxnSpPr>
            <a:cxnSpLocks/>
          </p:cNvCxnSpPr>
          <p:nvPr/>
        </p:nvCxnSpPr>
        <p:spPr>
          <a:xfrm>
            <a:off x="6240564" y="2454351"/>
            <a:ext cx="3054951" cy="16042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33D93F6A-CE9E-F79E-3B0E-151EA44025E3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1761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Straight Connector 280">
            <a:extLst>
              <a:ext uri="{FF2B5EF4-FFF2-40B4-BE49-F238E27FC236}">
                <a16:creationId xmlns:a16="http://schemas.microsoft.com/office/drawing/2014/main" id="{3C208E32-50D4-4884-9A78-CB5B44BA6C53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19566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Straight Connector 281">
            <a:extLst>
              <a:ext uri="{FF2B5EF4-FFF2-40B4-BE49-F238E27FC236}">
                <a16:creationId xmlns:a16="http://schemas.microsoft.com/office/drawing/2014/main" id="{2E2337DF-9045-348D-AEA4-B16CB3D893F0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37370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Connector 282">
            <a:extLst>
              <a:ext uri="{FF2B5EF4-FFF2-40B4-BE49-F238E27FC236}">
                <a16:creationId xmlns:a16="http://schemas.microsoft.com/office/drawing/2014/main" id="{1B3DA106-5FF6-81F5-0E0A-45DF89B2CC32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55175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DA9F2A00-F5EB-29BF-8B63-D210B6F51D7E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72980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5" name="Straight Connector 284">
            <a:extLst>
              <a:ext uri="{FF2B5EF4-FFF2-40B4-BE49-F238E27FC236}">
                <a16:creationId xmlns:a16="http://schemas.microsoft.com/office/drawing/2014/main" id="{DF459654-EE07-2223-2F7A-F470C6FAD386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90784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D59A17A7-E511-A824-1A00-51422A2C1FA3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108589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BCD151A5-4A3F-642F-55B3-759FB08FD240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12639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AE7BA204-09B9-6544-7321-055361E62E3A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14419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86B28C1A-61C2-F21A-7318-B14ABE52E6E6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162003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33FFAD2A-AE92-3D28-719D-5A4618286837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179807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2C18E522-5A8B-61A8-D210-47277913D77D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197612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E8FF2667-5325-72DD-C0BF-FD0CBD134282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215416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C66FBE67-D383-57F3-49C9-F4CF42409F14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23322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74B04C6A-8195-624C-9F3D-08583034AB48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251026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56C3EF99-9346-0E27-A34D-C8B017AD5C0F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268830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5E963B4A-5F27-A6E9-2C88-E8B28DE4C456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286635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F437F7BF-504D-259C-4D14-A38ACB376E19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304439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578692B8-1439-B838-3628-057EAA7AF83C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322244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91A085DD-6383-2102-13AE-B3A2CF3259DE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34004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Connector 299">
            <a:extLst>
              <a:ext uri="{FF2B5EF4-FFF2-40B4-BE49-F238E27FC236}">
                <a16:creationId xmlns:a16="http://schemas.microsoft.com/office/drawing/2014/main" id="{1909237A-26FA-B7E2-6A7D-22A72FBBCEAA}"/>
              </a:ext>
            </a:extLst>
          </p:cNvPr>
          <p:cNvCxnSpPr>
            <a:cxnSpLocks/>
          </p:cNvCxnSpPr>
          <p:nvPr/>
        </p:nvCxnSpPr>
        <p:spPr>
          <a:xfrm>
            <a:off x="6240563" y="1922434"/>
            <a:ext cx="3054952" cy="109372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5768431F-CFD7-4567-4624-E05FF1CADF45}"/>
              </a:ext>
            </a:extLst>
          </p:cNvPr>
          <p:cNvCxnSpPr>
            <a:cxnSpLocks/>
          </p:cNvCxnSpPr>
          <p:nvPr/>
        </p:nvCxnSpPr>
        <p:spPr>
          <a:xfrm>
            <a:off x="6240563" y="2100480"/>
            <a:ext cx="3054952" cy="91568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137A0579-23F2-CBE9-28E3-DEFAFE23B7FE}"/>
              </a:ext>
            </a:extLst>
          </p:cNvPr>
          <p:cNvCxnSpPr>
            <a:cxnSpLocks/>
          </p:cNvCxnSpPr>
          <p:nvPr/>
        </p:nvCxnSpPr>
        <p:spPr>
          <a:xfrm>
            <a:off x="6240563" y="2278526"/>
            <a:ext cx="3054952" cy="73763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4B383D99-BE35-23A7-17F5-DF9E9BA20AB4}"/>
              </a:ext>
            </a:extLst>
          </p:cNvPr>
          <p:cNvCxnSpPr>
            <a:cxnSpLocks/>
          </p:cNvCxnSpPr>
          <p:nvPr/>
        </p:nvCxnSpPr>
        <p:spPr>
          <a:xfrm>
            <a:off x="6240563" y="2456572"/>
            <a:ext cx="3054952" cy="55959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6B537976-2B84-CC6C-598E-0C273EE9E9FE}"/>
              </a:ext>
            </a:extLst>
          </p:cNvPr>
          <p:cNvCxnSpPr>
            <a:cxnSpLocks/>
          </p:cNvCxnSpPr>
          <p:nvPr/>
        </p:nvCxnSpPr>
        <p:spPr>
          <a:xfrm>
            <a:off x="6240563" y="2634618"/>
            <a:ext cx="3054952" cy="38154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2E6EF01A-94A1-C2B7-FD24-347DEEA0339E}"/>
              </a:ext>
            </a:extLst>
          </p:cNvPr>
          <p:cNvCxnSpPr>
            <a:cxnSpLocks/>
          </p:cNvCxnSpPr>
          <p:nvPr/>
        </p:nvCxnSpPr>
        <p:spPr>
          <a:xfrm>
            <a:off x="6240563" y="2812664"/>
            <a:ext cx="3054952" cy="20349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Connector 305">
            <a:extLst>
              <a:ext uri="{FF2B5EF4-FFF2-40B4-BE49-F238E27FC236}">
                <a16:creationId xmlns:a16="http://schemas.microsoft.com/office/drawing/2014/main" id="{EC4EB5A5-66AB-C47A-856C-1A4BB4D122C0}"/>
              </a:ext>
            </a:extLst>
          </p:cNvPr>
          <p:cNvCxnSpPr>
            <a:cxnSpLocks/>
          </p:cNvCxnSpPr>
          <p:nvPr/>
        </p:nvCxnSpPr>
        <p:spPr>
          <a:xfrm>
            <a:off x="6240563" y="2990710"/>
            <a:ext cx="3054952" cy="2545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5D31051E-901E-E119-FC95-780AE1B30BCA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15259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F288C487-590B-D5A9-13E2-AE19390319E4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3306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Straight Connector 308">
            <a:extLst>
              <a:ext uri="{FF2B5EF4-FFF2-40B4-BE49-F238E27FC236}">
                <a16:creationId xmlns:a16="http://schemas.microsoft.com/office/drawing/2014/main" id="{DF8D0319-2687-63E4-D618-98B918CA93FA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5086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19AB0B6B-6C6F-2721-24B5-42F2095CF853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68673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E025F22C-B4F9-7ED6-BE54-5FE7847F494D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86477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Straight Connector 311">
            <a:extLst>
              <a:ext uri="{FF2B5EF4-FFF2-40B4-BE49-F238E27FC236}">
                <a16:creationId xmlns:a16="http://schemas.microsoft.com/office/drawing/2014/main" id="{9F23844A-6BDE-09C8-634B-0AD7E61F8005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104282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970733D6-6179-3712-FC5E-8050E4A0DBA8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122087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8A836EC8-F610-4EBA-544C-7AE9CC07D16E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139891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04E8F9BC-6E53-B0F2-2AB5-5481593E0CAC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157696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E9BD2A01-1FFD-564B-93C6-B8F21A6ED654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175500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459757C9-2A3D-BBBD-4928-7E0E7FFCF49E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193305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Connector 317">
            <a:extLst>
              <a:ext uri="{FF2B5EF4-FFF2-40B4-BE49-F238E27FC236}">
                <a16:creationId xmlns:a16="http://schemas.microsoft.com/office/drawing/2014/main" id="{3E879332-E32B-B8F0-50CC-E773DC54EBB8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211110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Straight Connector 318">
            <a:extLst>
              <a:ext uri="{FF2B5EF4-FFF2-40B4-BE49-F238E27FC236}">
                <a16:creationId xmlns:a16="http://schemas.microsoft.com/office/drawing/2014/main" id="{CE347198-EBA5-ABA7-D0FE-2717ED5F8E1E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228914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A1952991-AAFA-3390-0D5E-68D23BB7F1D9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246719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EA86D2-E8CD-18BF-92B4-0B6ED4AA59F1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26452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85ECAA93-5C57-8644-7D29-70FC3A027027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28232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AC9B9B8F-BE5E-921D-5BE0-2FE987AF2E87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300132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Connector 323">
            <a:extLst>
              <a:ext uri="{FF2B5EF4-FFF2-40B4-BE49-F238E27FC236}">
                <a16:creationId xmlns:a16="http://schemas.microsoft.com/office/drawing/2014/main" id="{22E67974-64E9-F76E-9EAA-D9ECACABF42A}"/>
              </a:ext>
            </a:extLst>
          </p:cNvPr>
          <p:cNvCxnSpPr>
            <a:cxnSpLocks/>
          </p:cNvCxnSpPr>
          <p:nvPr/>
        </p:nvCxnSpPr>
        <p:spPr>
          <a:xfrm>
            <a:off x="6240563" y="1922434"/>
            <a:ext cx="3054952" cy="149511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2437C095-A001-B4C7-A223-F3F9078C700C}"/>
              </a:ext>
            </a:extLst>
          </p:cNvPr>
          <p:cNvCxnSpPr>
            <a:cxnSpLocks/>
          </p:cNvCxnSpPr>
          <p:nvPr/>
        </p:nvCxnSpPr>
        <p:spPr>
          <a:xfrm>
            <a:off x="6240563" y="2100480"/>
            <a:ext cx="3054952" cy="131706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5C1DEA56-5062-6443-E5D4-A4FF0367A058}"/>
              </a:ext>
            </a:extLst>
          </p:cNvPr>
          <p:cNvCxnSpPr>
            <a:cxnSpLocks/>
          </p:cNvCxnSpPr>
          <p:nvPr/>
        </p:nvCxnSpPr>
        <p:spPr>
          <a:xfrm>
            <a:off x="6240563" y="2278526"/>
            <a:ext cx="3054952" cy="113902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6D80D58F-0BC2-0A87-DD23-603CDD2A3DCF}"/>
              </a:ext>
            </a:extLst>
          </p:cNvPr>
          <p:cNvCxnSpPr>
            <a:cxnSpLocks/>
          </p:cNvCxnSpPr>
          <p:nvPr/>
        </p:nvCxnSpPr>
        <p:spPr>
          <a:xfrm>
            <a:off x="6240563" y="2456572"/>
            <a:ext cx="3054952" cy="96097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D1F53426-2EB7-981E-E06A-92E61BCBDFFA}"/>
              </a:ext>
            </a:extLst>
          </p:cNvPr>
          <p:cNvCxnSpPr>
            <a:cxnSpLocks/>
          </p:cNvCxnSpPr>
          <p:nvPr/>
        </p:nvCxnSpPr>
        <p:spPr>
          <a:xfrm>
            <a:off x="6240563" y="2634618"/>
            <a:ext cx="3054952" cy="78292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5812F26D-BC53-A300-0AE3-5DFD3E456A1A}"/>
              </a:ext>
            </a:extLst>
          </p:cNvPr>
          <p:cNvCxnSpPr>
            <a:cxnSpLocks/>
          </p:cNvCxnSpPr>
          <p:nvPr/>
        </p:nvCxnSpPr>
        <p:spPr>
          <a:xfrm>
            <a:off x="6240563" y="2812664"/>
            <a:ext cx="3054952" cy="60488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70C800EF-83F6-D1F4-C5D7-D2E97A332BBA}"/>
              </a:ext>
            </a:extLst>
          </p:cNvPr>
          <p:cNvCxnSpPr>
            <a:cxnSpLocks/>
          </p:cNvCxnSpPr>
          <p:nvPr/>
        </p:nvCxnSpPr>
        <p:spPr>
          <a:xfrm>
            <a:off x="6240563" y="2990710"/>
            <a:ext cx="3054952" cy="42683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0096C549-A3D0-E093-676C-6314519574A5}"/>
              </a:ext>
            </a:extLst>
          </p:cNvPr>
          <p:cNvCxnSpPr>
            <a:cxnSpLocks/>
          </p:cNvCxnSpPr>
          <p:nvPr/>
        </p:nvCxnSpPr>
        <p:spPr>
          <a:xfrm>
            <a:off x="6240563" y="3168756"/>
            <a:ext cx="3054952" cy="24879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443BCBDC-7FB4-150E-81C2-0CFF87627CFA}"/>
              </a:ext>
            </a:extLst>
          </p:cNvPr>
          <p:cNvCxnSpPr>
            <a:cxnSpLocks/>
          </p:cNvCxnSpPr>
          <p:nvPr/>
        </p:nvCxnSpPr>
        <p:spPr>
          <a:xfrm>
            <a:off x="6240563" y="3346802"/>
            <a:ext cx="3054952" cy="7074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3E53405B-C87A-4BD4-98EA-8F34EE2B8009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10730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9A44841D-7CB2-01CD-29A3-3D8FCEF718C3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2853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51264E7B-A3E4-CBE6-DB08-78696852B027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46339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ACFB76E2-DFFD-FF9C-F59F-61DE727211ED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64144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949A8F1D-2F98-4574-F77D-2ABAE08F83EF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81948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Connector 337">
            <a:extLst>
              <a:ext uri="{FF2B5EF4-FFF2-40B4-BE49-F238E27FC236}">
                <a16:creationId xmlns:a16="http://schemas.microsoft.com/office/drawing/2014/main" id="{F12D165B-8931-E1AD-E09A-DE9CC5A1209C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99753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7F7EC7B1-6176-4743-A317-AF27EF2F6C0F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117558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ECA9D227-A375-C840-DEEE-041C84F58441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135362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74C7945B-2CB3-7109-59EA-15DB289CB1FE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153167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Connector 341">
            <a:extLst>
              <a:ext uri="{FF2B5EF4-FFF2-40B4-BE49-F238E27FC236}">
                <a16:creationId xmlns:a16="http://schemas.microsoft.com/office/drawing/2014/main" id="{D5567087-4029-5798-40D5-E57102E73979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170971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F59DB96F-77D3-9309-F9B5-D07AA4E09B4E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188776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A12F2C98-E5BF-8A85-3D29-225D763A24C9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206581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Straight Connector 344">
            <a:extLst>
              <a:ext uri="{FF2B5EF4-FFF2-40B4-BE49-F238E27FC236}">
                <a16:creationId xmlns:a16="http://schemas.microsoft.com/office/drawing/2014/main" id="{168614DD-FFF8-412B-C02D-D9F0E3A4949C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224385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Straight Connector 345">
            <a:extLst>
              <a:ext uri="{FF2B5EF4-FFF2-40B4-BE49-F238E27FC236}">
                <a16:creationId xmlns:a16="http://schemas.microsoft.com/office/drawing/2014/main" id="{764D7136-6028-9B94-6393-71004107E892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242190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27403080-C5FD-3509-8810-62FE0FF0AADD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259993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Straight Connector 347">
            <a:extLst>
              <a:ext uri="{FF2B5EF4-FFF2-40B4-BE49-F238E27FC236}">
                <a16:creationId xmlns:a16="http://schemas.microsoft.com/office/drawing/2014/main" id="{2030E9F6-C308-4FA8-A46B-0780C34C3168}"/>
              </a:ext>
            </a:extLst>
          </p:cNvPr>
          <p:cNvCxnSpPr>
            <a:cxnSpLocks/>
          </p:cNvCxnSpPr>
          <p:nvPr/>
        </p:nvCxnSpPr>
        <p:spPr>
          <a:xfrm>
            <a:off x="6240563" y="1922434"/>
            <a:ext cx="3054952" cy="189649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7BDB86B1-AEF4-28CA-C588-2321F7CEE622}"/>
              </a:ext>
            </a:extLst>
          </p:cNvPr>
          <p:cNvCxnSpPr>
            <a:cxnSpLocks/>
          </p:cNvCxnSpPr>
          <p:nvPr/>
        </p:nvCxnSpPr>
        <p:spPr>
          <a:xfrm>
            <a:off x="6240563" y="2100480"/>
            <a:ext cx="3054952" cy="171844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Straight Connector 349">
            <a:extLst>
              <a:ext uri="{FF2B5EF4-FFF2-40B4-BE49-F238E27FC236}">
                <a16:creationId xmlns:a16="http://schemas.microsoft.com/office/drawing/2014/main" id="{194DB812-7822-D077-7B9B-E80D2148C122}"/>
              </a:ext>
            </a:extLst>
          </p:cNvPr>
          <p:cNvCxnSpPr>
            <a:cxnSpLocks/>
          </p:cNvCxnSpPr>
          <p:nvPr/>
        </p:nvCxnSpPr>
        <p:spPr>
          <a:xfrm>
            <a:off x="6240563" y="2278526"/>
            <a:ext cx="3054952" cy="154040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Straight Connector 350">
            <a:extLst>
              <a:ext uri="{FF2B5EF4-FFF2-40B4-BE49-F238E27FC236}">
                <a16:creationId xmlns:a16="http://schemas.microsoft.com/office/drawing/2014/main" id="{BEE4D989-EE4C-3C95-7063-F33388E60D16}"/>
              </a:ext>
            </a:extLst>
          </p:cNvPr>
          <p:cNvCxnSpPr>
            <a:cxnSpLocks/>
          </p:cNvCxnSpPr>
          <p:nvPr/>
        </p:nvCxnSpPr>
        <p:spPr>
          <a:xfrm>
            <a:off x="6240563" y="2456572"/>
            <a:ext cx="3054952" cy="13623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Straight Connector 351">
            <a:extLst>
              <a:ext uri="{FF2B5EF4-FFF2-40B4-BE49-F238E27FC236}">
                <a16:creationId xmlns:a16="http://schemas.microsoft.com/office/drawing/2014/main" id="{52FBA34C-7851-14D6-EA28-818A27DFB946}"/>
              </a:ext>
            </a:extLst>
          </p:cNvPr>
          <p:cNvCxnSpPr>
            <a:cxnSpLocks/>
          </p:cNvCxnSpPr>
          <p:nvPr/>
        </p:nvCxnSpPr>
        <p:spPr>
          <a:xfrm>
            <a:off x="6240563" y="2634618"/>
            <a:ext cx="3054952" cy="118431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3" name="Straight Connector 352">
            <a:extLst>
              <a:ext uri="{FF2B5EF4-FFF2-40B4-BE49-F238E27FC236}">
                <a16:creationId xmlns:a16="http://schemas.microsoft.com/office/drawing/2014/main" id="{3CC9161C-C93B-C2BA-A812-FD02A0842146}"/>
              </a:ext>
            </a:extLst>
          </p:cNvPr>
          <p:cNvCxnSpPr>
            <a:cxnSpLocks/>
          </p:cNvCxnSpPr>
          <p:nvPr/>
        </p:nvCxnSpPr>
        <p:spPr>
          <a:xfrm>
            <a:off x="6240563" y="2812664"/>
            <a:ext cx="3054952" cy="100626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3D70AFCF-622E-4D24-AAC8-7015AF9F9781}"/>
              </a:ext>
            </a:extLst>
          </p:cNvPr>
          <p:cNvCxnSpPr>
            <a:cxnSpLocks/>
          </p:cNvCxnSpPr>
          <p:nvPr/>
        </p:nvCxnSpPr>
        <p:spPr>
          <a:xfrm>
            <a:off x="6240563" y="2990710"/>
            <a:ext cx="3054952" cy="82821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Straight Connector 354">
            <a:extLst>
              <a:ext uri="{FF2B5EF4-FFF2-40B4-BE49-F238E27FC236}">
                <a16:creationId xmlns:a16="http://schemas.microsoft.com/office/drawing/2014/main" id="{D55E6543-E1B0-5BAC-5FD8-27356149A2E6}"/>
              </a:ext>
            </a:extLst>
          </p:cNvPr>
          <p:cNvCxnSpPr>
            <a:cxnSpLocks/>
          </p:cNvCxnSpPr>
          <p:nvPr/>
        </p:nvCxnSpPr>
        <p:spPr>
          <a:xfrm>
            <a:off x="6240563" y="3168756"/>
            <a:ext cx="3054952" cy="65017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Straight Connector 355">
            <a:extLst>
              <a:ext uri="{FF2B5EF4-FFF2-40B4-BE49-F238E27FC236}">
                <a16:creationId xmlns:a16="http://schemas.microsoft.com/office/drawing/2014/main" id="{3BDFECAC-F66A-B067-F1BB-95956B289F67}"/>
              </a:ext>
            </a:extLst>
          </p:cNvPr>
          <p:cNvCxnSpPr>
            <a:cxnSpLocks/>
          </p:cNvCxnSpPr>
          <p:nvPr/>
        </p:nvCxnSpPr>
        <p:spPr>
          <a:xfrm>
            <a:off x="6240563" y="3346802"/>
            <a:ext cx="3054952" cy="4721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Connector 356">
            <a:extLst>
              <a:ext uri="{FF2B5EF4-FFF2-40B4-BE49-F238E27FC236}">
                <a16:creationId xmlns:a16="http://schemas.microsoft.com/office/drawing/2014/main" id="{AAC3FDD7-BE65-7374-DFBF-2EDFA0FB8D10}"/>
              </a:ext>
            </a:extLst>
          </p:cNvPr>
          <p:cNvCxnSpPr>
            <a:cxnSpLocks/>
          </p:cNvCxnSpPr>
          <p:nvPr/>
        </p:nvCxnSpPr>
        <p:spPr>
          <a:xfrm>
            <a:off x="6240563" y="3524848"/>
            <a:ext cx="3054952" cy="2940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C390B4A7-F398-40B5-D76C-2B37FC320BA7}"/>
              </a:ext>
            </a:extLst>
          </p:cNvPr>
          <p:cNvCxnSpPr>
            <a:cxnSpLocks/>
          </p:cNvCxnSpPr>
          <p:nvPr/>
        </p:nvCxnSpPr>
        <p:spPr>
          <a:xfrm>
            <a:off x="6240563" y="3702894"/>
            <a:ext cx="3054952" cy="1160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Straight Connector 358">
            <a:extLst>
              <a:ext uri="{FF2B5EF4-FFF2-40B4-BE49-F238E27FC236}">
                <a16:creationId xmlns:a16="http://schemas.microsoft.com/office/drawing/2014/main" id="{52389A3B-B37D-F5BF-61E9-1BD69A65D025}"/>
              </a:ext>
            </a:extLst>
          </p:cNvPr>
          <p:cNvCxnSpPr>
            <a:cxnSpLocks/>
          </p:cNvCxnSpPr>
          <p:nvPr/>
        </p:nvCxnSpPr>
        <p:spPr>
          <a:xfrm flipV="1">
            <a:off x="6240563" y="3818929"/>
            <a:ext cx="3054952" cy="6201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Straight Connector 359">
            <a:extLst>
              <a:ext uri="{FF2B5EF4-FFF2-40B4-BE49-F238E27FC236}">
                <a16:creationId xmlns:a16="http://schemas.microsoft.com/office/drawing/2014/main" id="{6754E97A-C3A8-B8B3-898A-8C2FBED575C9}"/>
              </a:ext>
            </a:extLst>
          </p:cNvPr>
          <p:cNvCxnSpPr>
            <a:cxnSpLocks/>
          </p:cNvCxnSpPr>
          <p:nvPr/>
        </p:nvCxnSpPr>
        <p:spPr>
          <a:xfrm flipV="1">
            <a:off x="6240563" y="3818929"/>
            <a:ext cx="3054952" cy="24005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6EC25A9B-4BA5-21F3-E80D-317B847C350B}"/>
              </a:ext>
            </a:extLst>
          </p:cNvPr>
          <p:cNvCxnSpPr>
            <a:cxnSpLocks/>
          </p:cNvCxnSpPr>
          <p:nvPr/>
        </p:nvCxnSpPr>
        <p:spPr>
          <a:xfrm flipV="1">
            <a:off x="6240563" y="3818929"/>
            <a:ext cx="3054952" cy="41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Straight Connector 361">
            <a:extLst>
              <a:ext uri="{FF2B5EF4-FFF2-40B4-BE49-F238E27FC236}">
                <a16:creationId xmlns:a16="http://schemas.microsoft.com/office/drawing/2014/main" id="{0F09077D-4682-221D-92BA-F6D79DA429B4}"/>
              </a:ext>
            </a:extLst>
          </p:cNvPr>
          <p:cNvCxnSpPr>
            <a:cxnSpLocks/>
          </p:cNvCxnSpPr>
          <p:nvPr/>
        </p:nvCxnSpPr>
        <p:spPr>
          <a:xfrm flipV="1">
            <a:off x="6240563" y="3818929"/>
            <a:ext cx="3054952" cy="59615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Connector 362">
            <a:extLst>
              <a:ext uri="{FF2B5EF4-FFF2-40B4-BE49-F238E27FC236}">
                <a16:creationId xmlns:a16="http://schemas.microsoft.com/office/drawing/2014/main" id="{D35B43E7-CF63-BEE9-8C65-E5667E0D514C}"/>
              </a:ext>
            </a:extLst>
          </p:cNvPr>
          <p:cNvCxnSpPr>
            <a:cxnSpLocks/>
          </p:cNvCxnSpPr>
          <p:nvPr/>
        </p:nvCxnSpPr>
        <p:spPr>
          <a:xfrm flipV="1">
            <a:off x="6240563" y="3818929"/>
            <a:ext cx="3054952" cy="7741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Straight Connector 363">
            <a:extLst>
              <a:ext uri="{FF2B5EF4-FFF2-40B4-BE49-F238E27FC236}">
                <a16:creationId xmlns:a16="http://schemas.microsoft.com/office/drawing/2014/main" id="{82903567-673E-05D1-01AD-4B5C522324EB}"/>
              </a:ext>
            </a:extLst>
          </p:cNvPr>
          <p:cNvCxnSpPr>
            <a:cxnSpLocks/>
          </p:cNvCxnSpPr>
          <p:nvPr/>
        </p:nvCxnSpPr>
        <p:spPr>
          <a:xfrm flipV="1">
            <a:off x="6240563" y="3818929"/>
            <a:ext cx="3054952" cy="95224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Straight Connector 364">
            <a:extLst>
              <a:ext uri="{FF2B5EF4-FFF2-40B4-BE49-F238E27FC236}">
                <a16:creationId xmlns:a16="http://schemas.microsoft.com/office/drawing/2014/main" id="{AAF4D684-45EE-BE17-77F9-99C8E11E0D15}"/>
              </a:ext>
            </a:extLst>
          </p:cNvPr>
          <p:cNvCxnSpPr>
            <a:cxnSpLocks/>
          </p:cNvCxnSpPr>
          <p:nvPr/>
        </p:nvCxnSpPr>
        <p:spPr>
          <a:xfrm flipV="1">
            <a:off x="6240563" y="3818929"/>
            <a:ext cx="3054952" cy="11302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D901F9F8-03F0-ABD3-EFAA-918982C43478}"/>
              </a:ext>
            </a:extLst>
          </p:cNvPr>
          <p:cNvCxnSpPr>
            <a:cxnSpLocks/>
          </p:cNvCxnSpPr>
          <p:nvPr/>
        </p:nvCxnSpPr>
        <p:spPr>
          <a:xfrm flipV="1">
            <a:off x="6240563" y="3818929"/>
            <a:ext cx="3054952" cy="13083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7" name="Straight Connector 366">
            <a:extLst>
              <a:ext uri="{FF2B5EF4-FFF2-40B4-BE49-F238E27FC236}">
                <a16:creationId xmlns:a16="http://schemas.microsoft.com/office/drawing/2014/main" id="{1192BFFF-A0AE-D4F0-B730-8DF2BF38DC15}"/>
              </a:ext>
            </a:extLst>
          </p:cNvPr>
          <p:cNvCxnSpPr>
            <a:cxnSpLocks/>
          </p:cNvCxnSpPr>
          <p:nvPr/>
        </p:nvCxnSpPr>
        <p:spPr>
          <a:xfrm flipV="1">
            <a:off x="6240563" y="3818929"/>
            <a:ext cx="3054952" cy="14863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Straight Connector 367">
            <a:extLst>
              <a:ext uri="{FF2B5EF4-FFF2-40B4-BE49-F238E27FC236}">
                <a16:creationId xmlns:a16="http://schemas.microsoft.com/office/drawing/2014/main" id="{BFA68F5F-C40A-E2DE-363D-1D93A552E76C}"/>
              </a:ext>
            </a:extLst>
          </p:cNvPr>
          <p:cNvCxnSpPr>
            <a:cxnSpLocks/>
          </p:cNvCxnSpPr>
          <p:nvPr/>
        </p:nvCxnSpPr>
        <p:spPr>
          <a:xfrm flipV="1">
            <a:off x="6240563" y="3818929"/>
            <a:ext cx="3054952" cy="16644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9" name="Straight Connector 368">
            <a:extLst>
              <a:ext uri="{FF2B5EF4-FFF2-40B4-BE49-F238E27FC236}">
                <a16:creationId xmlns:a16="http://schemas.microsoft.com/office/drawing/2014/main" id="{E609CE9E-66A2-5E27-345B-C7F8F17FF2F6}"/>
              </a:ext>
            </a:extLst>
          </p:cNvPr>
          <p:cNvCxnSpPr>
            <a:cxnSpLocks/>
          </p:cNvCxnSpPr>
          <p:nvPr/>
        </p:nvCxnSpPr>
        <p:spPr>
          <a:xfrm flipV="1">
            <a:off x="6240563" y="3818929"/>
            <a:ext cx="3054952" cy="184247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Straight Connector 369">
            <a:extLst>
              <a:ext uri="{FF2B5EF4-FFF2-40B4-BE49-F238E27FC236}">
                <a16:creationId xmlns:a16="http://schemas.microsoft.com/office/drawing/2014/main" id="{4F153F20-2D00-4C17-9D5E-757A1A9B219C}"/>
              </a:ext>
            </a:extLst>
          </p:cNvPr>
          <p:cNvCxnSpPr>
            <a:cxnSpLocks/>
          </p:cNvCxnSpPr>
          <p:nvPr/>
        </p:nvCxnSpPr>
        <p:spPr>
          <a:xfrm flipV="1">
            <a:off x="6240563" y="3818929"/>
            <a:ext cx="3054952" cy="202051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6E76CC41-80F0-859A-53B7-EC066C48BC5B}"/>
              </a:ext>
            </a:extLst>
          </p:cNvPr>
          <p:cNvCxnSpPr>
            <a:cxnSpLocks/>
          </p:cNvCxnSpPr>
          <p:nvPr/>
        </p:nvCxnSpPr>
        <p:spPr>
          <a:xfrm flipV="1">
            <a:off x="6240563" y="3818929"/>
            <a:ext cx="3054952" cy="219855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1090B9C9-927A-2BA1-26DE-321E0B238C54}"/>
              </a:ext>
            </a:extLst>
          </p:cNvPr>
          <p:cNvCxnSpPr>
            <a:cxnSpLocks/>
          </p:cNvCxnSpPr>
          <p:nvPr/>
        </p:nvCxnSpPr>
        <p:spPr>
          <a:xfrm>
            <a:off x="6240563" y="1922434"/>
            <a:ext cx="3054952" cy="229787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3" name="Straight Connector 372">
            <a:extLst>
              <a:ext uri="{FF2B5EF4-FFF2-40B4-BE49-F238E27FC236}">
                <a16:creationId xmlns:a16="http://schemas.microsoft.com/office/drawing/2014/main" id="{2B993360-63E4-D390-7176-82B003BC888A}"/>
              </a:ext>
            </a:extLst>
          </p:cNvPr>
          <p:cNvCxnSpPr>
            <a:cxnSpLocks/>
          </p:cNvCxnSpPr>
          <p:nvPr/>
        </p:nvCxnSpPr>
        <p:spPr>
          <a:xfrm>
            <a:off x="6240563" y="2100480"/>
            <a:ext cx="3054952" cy="211983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4" name="Straight Connector 373">
            <a:extLst>
              <a:ext uri="{FF2B5EF4-FFF2-40B4-BE49-F238E27FC236}">
                <a16:creationId xmlns:a16="http://schemas.microsoft.com/office/drawing/2014/main" id="{947E8157-FC69-1D17-02E3-D55C1100FDCC}"/>
              </a:ext>
            </a:extLst>
          </p:cNvPr>
          <p:cNvCxnSpPr>
            <a:cxnSpLocks/>
          </p:cNvCxnSpPr>
          <p:nvPr/>
        </p:nvCxnSpPr>
        <p:spPr>
          <a:xfrm>
            <a:off x="6240563" y="2278526"/>
            <a:ext cx="3054952" cy="194178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5" name="Straight Connector 374">
            <a:extLst>
              <a:ext uri="{FF2B5EF4-FFF2-40B4-BE49-F238E27FC236}">
                <a16:creationId xmlns:a16="http://schemas.microsoft.com/office/drawing/2014/main" id="{62801232-138F-E7F4-491F-4333AD85F258}"/>
              </a:ext>
            </a:extLst>
          </p:cNvPr>
          <p:cNvCxnSpPr>
            <a:cxnSpLocks/>
          </p:cNvCxnSpPr>
          <p:nvPr/>
        </p:nvCxnSpPr>
        <p:spPr>
          <a:xfrm>
            <a:off x="6240563" y="2456572"/>
            <a:ext cx="3054952" cy="176374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4017E731-04B7-E276-C289-49F546556CAC}"/>
              </a:ext>
            </a:extLst>
          </p:cNvPr>
          <p:cNvCxnSpPr>
            <a:cxnSpLocks/>
          </p:cNvCxnSpPr>
          <p:nvPr/>
        </p:nvCxnSpPr>
        <p:spPr>
          <a:xfrm>
            <a:off x="6240563" y="2634618"/>
            <a:ext cx="3054952" cy="158569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Straight Connector 376">
            <a:extLst>
              <a:ext uri="{FF2B5EF4-FFF2-40B4-BE49-F238E27FC236}">
                <a16:creationId xmlns:a16="http://schemas.microsoft.com/office/drawing/2014/main" id="{516F3ED1-65B7-1667-6050-7825566CE590}"/>
              </a:ext>
            </a:extLst>
          </p:cNvPr>
          <p:cNvCxnSpPr>
            <a:cxnSpLocks/>
          </p:cNvCxnSpPr>
          <p:nvPr/>
        </p:nvCxnSpPr>
        <p:spPr>
          <a:xfrm>
            <a:off x="6240563" y="2812664"/>
            <a:ext cx="3054952" cy="14076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Straight Connector 377">
            <a:extLst>
              <a:ext uri="{FF2B5EF4-FFF2-40B4-BE49-F238E27FC236}">
                <a16:creationId xmlns:a16="http://schemas.microsoft.com/office/drawing/2014/main" id="{3E831801-541F-3359-82F4-AE3E58E76EF8}"/>
              </a:ext>
            </a:extLst>
          </p:cNvPr>
          <p:cNvCxnSpPr>
            <a:cxnSpLocks/>
          </p:cNvCxnSpPr>
          <p:nvPr/>
        </p:nvCxnSpPr>
        <p:spPr>
          <a:xfrm>
            <a:off x="6240563" y="2990710"/>
            <a:ext cx="3054952" cy="122960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Straight Connector 378">
            <a:extLst>
              <a:ext uri="{FF2B5EF4-FFF2-40B4-BE49-F238E27FC236}">
                <a16:creationId xmlns:a16="http://schemas.microsoft.com/office/drawing/2014/main" id="{2901B1C9-BBC7-3261-AC52-C22300E90108}"/>
              </a:ext>
            </a:extLst>
          </p:cNvPr>
          <p:cNvCxnSpPr>
            <a:cxnSpLocks/>
          </p:cNvCxnSpPr>
          <p:nvPr/>
        </p:nvCxnSpPr>
        <p:spPr>
          <a:xfrm>
            <a:off x="6240563" y="3168756"/>
            <a:ext cx="3054952" cy="105155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Straight Connector 379">
            <a:extLst>
              <a:ext uri="{FF2B5EF4-FFF2-40B4-BE49-F238E27FC236}">
                <a16:creationId xmlns:a16="http://schemas.microsoft.com/office/drawing/2014/main" id="{627916C1-3D39-1C19-C75E-CDC2604F2682}"/>
              </a:ext>
            </a:extLst>
          </p:cNvPr>
          <p:cNvCxnSpPr>
            <a:cxnSpLocks/>
          </p:cNvCxnSpPr>
          <p:nvPr/>
        </p:nvCxnSpPr>
        <p:spPr>
          <a:xfrm>
            <a:off x="6240563" y="3346802"/>
            <a:ext cx="3054952" cy="87351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Straight Connector 380">
            <a:extLst>
              <a:ext uri="{FF2B5EF4-FFF2-40B4-BE49-F238E27FC236}">
                <a16:creationId xmlns:a16="http://schemas.microsoft.com/office/drawing/2014/main" id="{7786BCB9-4555-7377-5944-37A7A9045D46}"/>
              </a:ext>
            </a:extLst>
          </p:cNvPr>
          <p:cNvCxnSpPr>
            <a:cxnSpLocks/>
          </p:cNvCxnSpPr>
          <p:nvPr/>
        </p:nvCxnSpPr>
        <p:spPr>
          <a:xfrm>
            <a:off x="6240563" y="3524848"/>
            <a:ext cx="3054952" cy="69546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Straight Connector 381">
            <a:extLst>
              <a:ext uri="{FF2B5EF4-FFF2-40B4-BE49-F238E27FC236}">
                <a16:creationId xmlns:a16="http://schemas.microsoft.com/office/drawing/2014/main" id="{A782D1E4-74A6-16D2-98D6-19EA98952272}"/>
              </a:ext>
            </a:extLst>
          </p:cNvPr>
          <p:cNvCxnSpPr>
            <a:cxnSpLocks/>
          </p:cNvCxnSpPr>
          <p:nvPr/>
        </p:nvCxnSpPr>
        <p:spPr>
          <a:xfrm>
            <a:off x="6240563" y="3702894"/>
            <a:ext cx="3054952" cy="51741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3" name="Straight Connector 382">
            <a:extLst>
              <a:ext uri="{FF2B5EF4-FFF2-40B4-BE49-F238E27FC236}">
                <a16:creationId xmlns:a16="http://schemas.microsoft.com/office/drawing/2014/main" id="{21EF53DE-47B7-AC5A-CCA6-9D2540E29045}"/>
              </a:ext>
            </a:extLst>
          </p:cNvPr>
          <p:cNvCxnSpPr>
            <a:cxnSpLocks/>
          </p:cNvCxnSpPr>
          <p:nvPr/>
        </p:nvCxnSpPr>
        <p:spPr>
          <a:xfrm>
            <a:off x="6240563" y="3880942"/>
            <a:ext cx="3054952" cy="33937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Straight Connector 383">
            <a:extLst>
              <a:ext uri="{FF2B5EF4-FFF2-40B4-BE49-F238E27FC236}">
                <a16:creationId xmlns:a16="http://schemas.microsoft.com/office/drawing/2014/main" id="{F0E169B5-6998-D0DB-67A7-0509A3A5B8E8}"/>
              </a:ext>
            </a:extLst>
          </p:cNvPr>
          <p:cNvCxnSpPr>
            <a:cxnSpLocks/>
          </p:cNvCxnSpPr>
          <p:nvPr/>
        </p:nvCxnSpPr>
        <p:spPr>
          <a:xfrm>
            <a:off x="6240563" y="4058988"/>
            <a:ext cx="3054952" cy="16132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5" name="Straight Connector 384">
            <a:extLst>
              <a:ext uri="{FF2B5EF4-FFF2-40B4-BE49-F238E27FC236}">
                <a16:creationId xmlns:a16="http://schemas.microsoft.com/office/drawing/2014/main" id="{AD99C0B6-CA08-E118-7C2C-0F027CEA9828}"/>
              </a:ext>
            </a:extLst>
          </p:cNvPr>
          <p:cNvCxnSpPr>
            <a:cxnSpLocks/>
          </p:cNvCxnSpPr>
          <p:nvPr/>
        </p:nvCxnSpPr>
        <p:spPr>
          <a:xfrm flipV="1">
            <a:off x="6240563" y="4220312"/>
            <a:ext cx="3054952" cy="1672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Straight Connector 385">
            <a:extLst>
              <a:ext uri="{FF2B5EF4-FFF2-40B4-BE49-F238E27FC236}">
                <a16:creationId xmlns:a16="http://schemas.microsoft.com/office/drawing/2014/main" id="{0C33895F-BBDD-97BF-3797-34DC90605552}"/>
              </a:ext>
            </a:extLst>
          </p:cNvPr>
          <p:cNvCxnSpPr>
            <a:cxnSpLocks/>
          </p:cNvCxnSpPr>
          <p:nvPr/>
        </p:nvCxnSpPr>
        <p:spPr>
          <a:xfrm flipV="1">
            <a:off x="6240563" y="4220312"/>
            <a:ext cx="3054952" cy="19476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7" name="Straight Connector 386">
            <a:extLst>
              <a:ext uri="{FF2B5EF4-FFF2-40B4-BE49-F238E27FC236}">
                <a16:creationId xmlns:a16="http://schemas.microsoft.com/office/drawing/2014/main" id="{072FDF96-AE17-C59D-C0B0-C1F00F66404B}"/>
              </a:ext>
            </a:extLst>
          </p:cNvPr>
          <p:cNvCxnSpPr>
            <a:cxnSpLocks/>
          </p:cNvCxnSpPr>
          <p:nvPr/>
        </p:nvCxnSpPr>
        <p:spPr>
          <a:xfrm flipV="1">
            <a:off x="6240563" y="4220312"/>
            <a:ext cx="3054952" cy="37281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Straight Connector 387">
            <a:extLst>
              <a:ext uri="{FF2B5EF4-FFF2-40B4-BE49-F238E27FC236}">
                <a16:creationId xmlns:a16="http://schemas.microsoft.com/office/drawing/2014/main" id="{3829738B-2905-6A27-9CF1-D1F731556DAD}"/>
              </a:ext>
            </a:extLst>
          </p:cNvPr>
          <p:cNvCxnSpPr>
            <a:cxnSpLocks/>
          </p:cNvCxnSpPr>
          <p:nvPr/>
        </p:nvCxnSpPr>
        <p:spPr>
          <a:xfrm flipV="1">
            <a:off x="6240563" y="4220312"/>
            <a:ext cx="3054952" cy="5508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9" name="Straight Connector 388">
            <a:extLst>
              <a:ext uri="{FF2B5EF4-FFF2-40B4-BE49-F238E27FC236}">
                <a16:creationId xmlns:a16="http://schemas.microsoft.com/office/drawing/2014/main" id="{91EAEB55-F17E-31FD-0260-9A9D47992C5A}"/>
              </a:ext>
            </a:extLst>
          </p:cNvPr>
          <p:cNvCxnSpPr>
            <a:cxnSpLocks/>
          </p:cNvCxnSpPr>
          <p:nvPr/>
        </p:nvCxnSpPr>
        <p:spPr>
          <a:xfrm flipV="1">
            <a:off x="6240563" y="4220312"/>
            <a:ext cx="3054952" cy="7289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Straight Connector 389">
            <a:extLst>
              <a:ext uri="{FF2B5EF4-FFF2-40B4-BE49-F238E27FC236}">
                <a16:creationId xmlns:a16="http://schemas.microsoft.com/office/drawing/2014/main" id="{11C1DC1D-D19F-DA00-41C8-E2247E7286BF}"/>
              </a:ext>
            </a:extLst>
          </p:cNvPr>
          <p:cNvCxnSpPr>
            <a:cxnSpLocks/>
          </p:cNvCxnSpPr>
          <p:nvPr/>
        </p:nvCxnSpPr>
        <p:spPr>
          <a:xfrm flipV="1">
            <a:off x="6240563" y="4220312"/>
            <a:ext cx="3054952" cy="90695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1" name="Straight Connector 390">
            <a:extLst>
              <a:ext uri="{FF2B5EF4-FFF2-40B4-BE49-F238E27FC236}">
                <a16:creationId xmlns:a16="http://schemas.microsoft.com/office/drawing/2014/main" id="{1CC4602B-0CFC-C475-A5E3-CD67DBCAC9D7}"/>
              </a:ext>
            </a:extLst>
          </p:cNvPr>
          <p:cNvCxnSpPr>
            <a:cxnSpLocks/>
          </p:cNvCxnSpPr>
          <p:nvPr/>
        </p:nvCxnSpPr>
        <p:spPr>
          <a:xfrm flipV="1">
            <a:off x="6240563" y="4220312"/>
            <a:ext cx="3054952" cy="10849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Straight Connector 391">
            <a:extLst>
              <a:ext uri="{FF2B5EF4-FFF2-40B4-BE49-F238E27FC236}">
                <a16:creationId xmlns:a16="http://schemas.microsoft.com/office/drawing/2014/main" id="{5B60AA0C-0323-661E-BF3D-E728C2863854}"/>
              </a:ext>
            </a:extLst>
          </p:cNvPr>
          <p:cNvCxnSpPr>
            <a:cxnSpLocks/>
          </p:cNvCxnSpPr>
          <p:nvPr/>
        </p:nvCxnSpPr>
        <p:spPr>
          <a:xfrm flipV="1">
            <a:off x="6240563" y="4220312"/>
            <a:ext cx="3054952" cy="126304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3" name="Straight Connector 392">
            <a:extLst>
              <a:ext uri="{FF2B5EF4-FFF2-40B4-BE49-F238E27FC236}">
                <a16:creationId xmlns:a16="http://schemas.microsoft.com/office/drawing/2014/main" id="{F48DBAB2-E1B4-9715-4CFB-89827620CE3B}"/>
              </a:ext>
            </a:extLst>
          </p:cNvPr>
          <p:cNvCxnSpPr>
            <a:cxnSpLocks/>
          </p:cNvCxnSpPr>
          <p:nvPr/>
        </p:nvCxnSpPr>
        <p:spPr>
          <a:xfrm flipV="1">
            <a:off x="6240563" y="4220312"/>
            <a:ext cx="3054952" cy="144109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4" name="Straight Connector 393">
            <a:extLst>
              <a:ext uri="{FF2B5EF4-FFF2-40B4-BE49-F238E27FC236}">
                <a16:creationId xmlns:a16="http://schemas.microsoft.com/office/drawing/2014/main" id="{AC4EC13F-E0CA-EEFD-B8AD-6451108FC265}"/>
              </a:ext>
            </a:extLst>
          </p:cNvPr>
          <p:cNvCxnSpPr>
            <a:cxnSpLocks/>
          </p:cNvCxnSpPr>
          <p:nvPr/>
        </p:nvCxnSpPr>
        <p:spPr>
          <a:xfrm flipV="1">
            <a:off x="6240563" y="4220312"/>
            <a:ext cx="3054952" cy="161913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Straight Connector 394">
            <a:extLst>
              <a:ext uri="{FF2B5EF4-FFF2-40B4-BE49-F238E27FC236}">
                <a16:creationId xmlns:a16="http://schemas.microsoft.com/office/drawing/2014/main" id="{09EAF297-1A5A-5F23-80A2-4F609506376C}"/>
              </a:ext>
            </a:extLst>
          </p:cNvPr>
          <p:cNvCxnSpPr>
            <a:cxnSpLocks/>
          </p:cNvCxnSpPr>
          <p:nvPr/>
        </p:nvCxnSpPr>
        <p:spPr>
          <a:xfrm flipV="1">
            <a:off x="6240563" y="4220312"/>
            <a:ext cx="3054952" cy="179717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6" name="Straight Connector 395">
            <a:extLst>
              <a:ext uri="{FF2B5EF4-FFF2-40B4-BE49-F238E27FC236}">
                <a16:creationId xmlns:a16="http://schemas.microsoft.com/office/drawing/2014/main" id="{B1E2B971-9D86-0EBE-1F58-D553EF37FC85}"/>
              </a:ext>
            </a:extLst>
          </p:cNvPr>
          <p:cNvCxnSpPr>
            <a:cxnSpLocks/>
          </p:cNvCxnSpPr>
          <p:nvPr/>
        </p:nvCxnSpPr>
        <p:spPr>
          <a:xfrm>
            <a:off x="6240563" y="1922434"/>
            <a:ext cx="3054952" cy="269926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7" name="Straight Connector 396">
            <a:extLst>
              <a:ext uri="{FF2B5EF4-FFF2-40B4-BE49-F238E27FC236}">
                <a16:creationId xmlns:a16="http://schemas.microsoft.com/office/drawing/2014/main" id="{9C4993A5-F77D-0DE4-9587-BBDFC065AB52}"/>
              </a:ext>
            </a:extLst>
          </p:cNvPr>
          <p:cNvCxnSpPr>
            <a:cxnSpLocks/>
          </p:cNvCxnSpPr>
          <p:nvPr/>
        </p:nvCxnSpPr>
        <p:spPr>
          <a:xfrm>
            <a:off x="6240563" y="2100480"/>
            <a:ext cx="3054952" cy="25212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8" name="Straight Connector 397">
            <a:extLst>
              <a:ext uri="{FF2B5EF4-FFF2-40B4-BE49-F238E27FC236}">
                <a16:creationId xmlns:a16="http://schemas.microsoft.com/office/drawing/2014/main" id="{57ABA93F-1DC6-714B-D7F7-978178271182}"/>
              </a:ext>
            </a:extLst>
          </p:cNvPr>
          <p:cNvCxnSpPr>
            <a:cxnSpLocks/>
          </p:cNvCxnSpPr>
          <p:nvPr/>
        </p:nvCxnSpPr>
        <p:spPr>
          <a:xfrm>
            <a:off x="6240563" y="2278526"/>
            <a:ext cx="3054952" cy="234316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9" name="Straight Connector 398">
            <a:extLst>
              <a:ext uri="{FF2B5EF4-FFF2-40B4-BE49-F238E27FC236}">
                <a16:creationId xmlns:a16="http://schemas.microsoft.com/office/drawing/2014/main" id="{31A86B2B-BE51-F453-A73A-1A0570F5C5A0}"/>
              </a:ext>
            </a:extLst>
          </p:cNvPr>
          <p:cNvCxnSpPr>
            <a:cxnSpLocks/>
          </p:cNvCxnSpPr>
          <p:nvPr/>
        </p:nvCxnSpPr>
        <p:spPr>
          <a:xfrm>
            <a:off x="6240563" y="2456572"/>
            <a:ext cx="3054952" cy="216512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6B897986-03A7-E2E9-B7B8-65BE98509DA0}"/>
              </a:ext>
            </a:extLst>
          </p:cNvPr>
          <p:cNvCxnSpPr>
            <a:cxnSpLocks/>
          </p:cNvCxnSpPr>
          <p:nvPr/>
        </p:nvCxnSpPr>
        <p:spPr>
          <a:xfrm>
            <a:off x="6240563" y="2634618"/>
            <a:ext cx="3054952" cy="198707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1" name="Straight Connector 400">
            <a:extLst>
              <a:ext uri="{FF2B5EF4-FFF2-40B4-BE49-F238E27FC236}">
                <a16:creationId xmlns:a16="http://schemas.microsoft.com/office/drawing/2014/main" id="{4CBC67F1-65BA-DADD-167C-57FDEF05FF60}"/>
              </a:ext>
            </a:extLst>
          </p:cNvPr>
          <p:cNvCxnSpPr>
            <a:cxnSpLocks/>
          </p:cNvCxnSpPr>
          <p:nvPr/>
        </p:nvCxnSpPr>
        <p:spPr>
          <a:xfrm>
            <a:off x="6240563" y="2812664"/>
            <a:ext cx="3054952" cy="180903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2" name="Straight Connector 401">
            <a:extLst>
              <a:ext uri="{FF2B5EF4-FFF2-40B4-BE49-F238E27FC236}">
                <a16:creationId xmlns:a16="http://schemas.microsoft.com/office/drawing/2014/main" id="{672C66FD-6FE8-4C99-6C41-EF8E4DABA94A}"/>
              </a:ext>
            </a:extLst>
          </p:cNvPr>
          <p:cNvCxnSpPr>
            <a:cxnSpLocks/>
          </p:cNvCxnSpPr>
          <p:nvPr/>
        </p:nvCxnSpPr>
        <p:spPr>
          <a:xfrm>
            <a:off x="6240563" y="2990710"/>
            <a:ext cx="3054952" cy="16309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3" name="Straight Connector 402">
            <a:extLst>
              <a:ext uri="{FF2B5EF4-FFF2-40B4-BE49-F238E27FC236}">
                <a16:creationId xmlns:a16="http://schemas.microsoft.com/office/drawing/2014/main" id="{3281C68B-22B8-E8F0-0405-0F60BAD5639E}"/>
              </a:ext>
            </a:extLst>
          </p:cNvPr>
          <p:cNvCxnSpPr>
            <a:cxnSpLocks/>
          </p:cNvCxnSpPr>
          <p:nvPr/>
        </p:nvCxnSpPr>
        <p:spPr>
          <a:xfrm>
            <a:off x="6240563" y="3168756"/>
            <a:ext cx="3054952" cy="14529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Straight Connector 403">
            <a:extLst>
              <a:ext uri="{FF2B5EF4-FFF2-40B4-BE49-F238E27FC236}">
                <a16:creationId xmlns:a16="http://schemas.microsoft.com/office/drawing/2014/main" id="{C205FCDD-6F7A-5E14-04B6-1041502E49EA}"/>
              </a:ext>
            </a:extLst>
          </p:cNvPr>
          <p:cNvCxnSpPr>
            <a:cxnSpLocks/>
          </p:cNvCxnSpPr>
          <p:nvPr/>
        </p:nvCxnSpPr>
        <p:spPr>
          <a:xfrm>
            <a:off x="6240563" y="3346802"/>
            <a:ext cx="3054952" cy="127489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Straight Connector 404">
            <a:extLst>
              <a:ext uri="{FF2B5EF4-FFF2-40B4-BE49-F238E27FC236}">
                <a16:creationId xmlns:a16="http://schemas.microsoft.com/office/drawing/2014/main" id="{6905F566-187A-2C5A-A8A6-C31E233EA243}"/>
              </a:ext>
            </a:extLst>
          </p:cNvPr>
          <p:cNvCxnSpPr>
            <a:cxnSpLocks/>
          </p:cNvCxnSpPr>
          <p:nvPr/>
        </p:nvCxnSpPr>
        <p:spPr>
          <a:xfrm>
            <a:off x="6240563" y="3524848"/>
            <a:ext cx="3054952" cy="109684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1B9FF5CF-BB82-CF08-4229-CFCEC9D94F16}"/>
              </a:ext>
            </a:extLst>
          </p:cNvPr>
          <p:cNvCxnSpPr>
            <a:cxnSpLocks/>
          </p:cNvCxnSpPr>
          <p:nvPr/>
        </p:nvCxnSpPr>
        <p:spPr>
          <a:xfrm>
            <a:off x="6240563" y="3702894"/>
            <a:ext cx="3054952" cy="91880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Straight Connector 406">
            <a:extLst>
              <a:ext uri="{FF2B5EF4-FFF2-40B4-BE49-F238E27FC236}">
                <a16:creationId xmlns:a16="http://schemas.microsoft.com/office/drawing/2014/main" id="{C2C89442-EBBC-B5F0-89AB-F23E1006953D}"/>
              </a:ext>
            </a:extLst>
          </p:cNvPr>
          <p:cNvCxnSpPr>
            <a:cxnSpLocks/>
          </p:cNvCxnSpPr>
          <p:nvPr/>
        </p:nvCxnSpPr>
        <p:spPr>
          <a:xfrm>
            <a:off x="6240563" y="3880942"/>
            <a:ext cx="3054952" cy="74075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Connector 407">
            <a:extLst>
              <a:ext uri="{FF2B5EF4-FFF2-40B4-BE49-F238E27FC236}">
                <a16:creationId xmlns:a16="http://schemas.microsoft.com/office/drawing/2014/main" id="{CD037A03-11EA-3E27-AF0C-AB5DE89A30B4}"/>
              </a:ext>
            </a:extLst>
          </p:cNvPr>
          <p:cNvCxnSpPr>
            <a:cxnSpLocks/>
          </p:cNvCxnSpPr>
          <p:nvPr/>
        </p:nvCxnSpPr>
        <p:spPr>
          <a:xfrm>
            <a:off x="6240563" y="4058988"/>
            <a:ext cx="3054952" cy="56270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2293E33B-75E0-7386-C160-A1E84BC188FA}"/>
              </a:ext>
            </a:extLst>
          </p:cNvPr>
          <p:cNvCxnSpPr>
            <a:cxnSpLocks/>
          </p:cNvCxnSpPr>
          <p:nvPr/>
        </p:nvCxnSpPr>
        <p:spPr>
          <a:xfrm>
            <a:off x="6240563" y="4237034"/>
            <a:ext cx="3054952" cy="38466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0" name="Straight Connector 409">
            <a:extLst>
              <a:ext uri="{FF2B5EF4-FFF2-40B4-BE49-F238E27FC236}">
                <a16:creationId xmlns:a16="http://schemas.microsoft.com/office/drawing/2014/main" id="{52751F8E-64C8-BE7E-0EA3-760291F239F3}"/>
              </a:ext>
            </a:extLst>
          </p:cNvPr>
          <p:cNvCxnSpPr>
            <a:cxnSpLocks/>
          </p:cNvCxnSpPr>
          <p:nvPr/>
        </p:nvCxnSpPr>
        <p:spPr>
          <a:xfrm>
            <a:off x="6240563" y="4415080"/>
            <a:ext cx="3054952" cy="2066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Straight Connector 410">
            <a:extLst>
              <a:ext uri="{FF2B5EF4-FFF2-40B4-BE49-F238E27FC236}">
                <a16:creationId xmlns:a16="http://schemas.microsoft.com/office/drawing/2014/main" id="{93F13058-590E-5DB9-12DB-3FA97DFA4CE1}"/>
              </a:ext>
            </a:extLst>
          </p:cNvPr>
          <p:cNvCxnSpPr>
            <a:cxnSpLocks/>
          </p:cNvCxnSpPr>
          <p:nvPr/>
        </p:nvCxnSpPr>
        <p:spPr>
          <a:xfrm>
            <a:off x="6240563" y="4593126"/>
            <a:ext cx="3054952" cy="2856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Connector 411">
            <a:extLst>
              <a:ext uri="{FF2B5EF4-FFF2-40B4-BE49-F238E27FC236}">
                <a16:creationId xmlns:a16="http://schemas.microsoft.com/office/drawing/2014/main" id="{8767CA9C-E2B8-0413-2627-102F7B2C0BDB}"/>
              </a:ext>
            </a:extLst>
          </p:cNvPr>
          <p:cNvCxnSpPr>
            <a:cxnSpLocks/>
          </p:cNvCxnSpPr>
          <p:nvPr/>
        </p:nvCxnSpPr>
        <p:spPr>
          <a:xfrm flipV="1">
            <a:off x="6240563" y="4621695"/>
            <a:ext cx="3054952" cy="14947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Straight Connector 412">
            <a:extLst>
              <a:ext uri="{FF2B5EF4-FFF2-40B4-BE49-F238E27FC236}">
                <a16:creationId xmlns:a16="http://schemas.microsoft.com/office/drawing/2014/main" id="{89B4E5C8-870F-8202-032D-CA982BF874E8}"/>
              </a:ext>
            </a:extLst>
          </p:cNvPr>
          <p:cNvCxnSpPr>
            <a:cxnSpLocks/>
          </p:cNvCxnSpPr>
          <p:nvPr/>
        </p:nvCxnSpPr>
        <p:spPr>
          <a:xfrm flipV="1">
            <a:off x="6240563" y="4621695"/>
            <a:ext cx="3054952" cy="32752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Straight Connector 413">
            <a:extLst>
              <a:ext uri="{FF2B5EF4-FFF2-40B4-BE49-F238E27FC236}">
                <a16:creationId xmlns:a16="http://schemas.microsoft.com/office/drawing/2014/main" id="{18D1D8A7-035C-CB26-1D55-4DC755ADD56F}"/>
              </a:ext>
            </a:extLst>
          </p:cNvPr>
          <p:cNvCxnSpPr>
            <a:cxnSpLocks/>
          </p:cNvCxnSpPr>
          <p:nvPr/>
        </p:nvCxnSpPr>
        <p:spPr>
          <a:xfrm flipV="1">
            <a:off x="6240563" y="4621695"/>
            <a:ext cx="3054952" cy="50556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5" name="Straight Connector 414">
            <a:extLst>
              <a:ext uri="{FF2B5EF4-FFF2-40B4-BE49-F238E27FC236}">
                <a16:creationId xmlns:a16="http://schemas.microsoft.com/office/drawing/2014/main" id="{E44942F6-4C39-2C90-1695-5E203B8E7034}"/>
              </a:ext>
            </a:extLst>
          </p:cNvPr>
          <p:cNvCxnSpPr>
            <a:cxnSpLocks/>
          </p:cNvCxnSpPr>
          <p:nvPr/>
        </p:nvCxnSpPr>
        <p:spPr>
          <a:xfrm flipV="1">
            <a:off x="6240563" y="4621695"/>
            <a:ext cx="3054952" cy="6836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6" name="Straight Connector 415">
            <a:extLst>
              <a:ext uri="{FF2B5EF4-FFF2-40B4-BE49-F238E27FC236}">
                <a16:creationId xmlns:a16="http://schemas.microsoft.com/office/drawing/2014/main" id="{C0ADEE3F-5032-0EA2-37DC-447B6E2E5234}"/>
              </a:ext>
            </a:extLst>
          </p:cNvPr>
          <p:cNvCxnSpPr>
            <a:cxnSpLocks/>
          </p:cNvCxnSpPr>
          <p:nvPr/>
        </p:nvCxnSpPr>
        <p:spPr>
          <a:xfrm flipV="1">
            <a:off x="6240563" y="4621695"/>
            <a:ext cx="3054952" cy="86166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Straight Connector 416">
            <a:extLst>
              <a:ext uri="{FF2B5EF4-FFF2-40B4-BE49-F238E27FC236}">
                <a16:creationId xmlns:a16="http://schemas.microsoft.com/office/drawing/2014/main" id="{BB6993A2-189E-AF54-6562-7ED741FC411E}"/>
              </a:ext>
            </a:extLst>
          </p:cNvPr>
          <p:cNvCxnSpPr>
            <a:cxnSpLocks/>
          </p:cNvCxnSpPr>
          <p:nvPr/>
        </p:nvCxnSpPr>
        <p:spPr>
          <a:xfrm flipV="1">
            <a:off x="6240563" y="4621695"/>
            <a:ext cx="3054952" cy="103970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Straight Connector 417">
            <a:extLst>
              <a:ext uri="{FF2B5EF4-FFF2-40B4-BE49-F238E27FC236}">
                <a16:creationId xmlns:a16="http://schemas.microsoft.com/office/drawing/2014/main" id="{49F97743-7681-B562-EB3A-98862203A4E3}"/>
              </a:ext>
            </a:extLst>
          </p:cNvPr>
          <p:cNvCxnSpPr>
            <a:cxnSpLocks/>
          </p:cNvCxnSpPr>
          <p:nvPr/>
        </p:nvCxnSpPr>
        <p:spPr>
          <a:xfrm flipV="1">
            <a:off x="6240563" y="4621695"/>
            <a:ext cx="3054952" cy="121775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Straight Connector 418">
            <a:extLst>
              <a:ext uri="{FF2B5EF4-FFF2-40B4-BE49-F238E27FC236}">
                <a16:creationId xmlns:a16="http://schemas.microsoft.com/office/drawing/2014/main" id="{26794903-F5B9-BE51-DCCB-363CE321F4BA}"/>
              </a:ext>
            </a:extLst>
          </p:cNvPr>
          <p:cNvCxnSpPr>
            <a:cxnSpLocks/>
          </p:cNvCxnSpPr>
          <p:nvPr/>
        </p:nvCxnSpPr>
        <p:spPr>
          <a:xfrm flipV="1">
            <a:off x="6240563" y="4621695"/>
            <a:ext cx="3054952" cy="13957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Straight Connector 419">
            <a:extLst>
              <a:ext uri="{FF2B5EF4-FFF2-40B4-BE49-F238E27FC236}">
                <a16:creationId xmlns:a16="http://schemas.microsoft.com/office/drawing/2014/main" id="{1A594A63-80F6-A8D3-3C2E-181870734EBB}"/>
              </a:ext>
            </a:extLst>
          </p:cNvPr>
          <p:cNvCxnSpPr>
            <a:cxnSpLocks/>
          </p:cNvCxnSpPr>
          <p:nvPr/>
        </p:nvCxnSpPr>
        <p:spPr>
          <a:xfrm>
            <a:off x="6240563" y="1922434"/>
            <a:ext cx="3054952" cy="310064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1" name="Straight Connector 420">
            <a:extLst>
              <a:ext uri="{FF2B5EF4-FFF2-40B4-BE49-F238E27FC236}">
                <a16:creationId xmlns:a16="http://schemas.microsoft.com/office/drawing/2014/main" id="{42B0C682-798D-68B2-4831-A318E9E8928F}"/>
              </a:ext>
            </a:extLst>
          </p:cNvPr>
          <p:cNvCxnSpPr>
            <a:cxnSpLocks/>
          </p:cNvCxnSpPr>
          <p:nvPr/>
        </p:nvCxnSpPr>
        <p:spPr>
          <a:xfrm>
            <a:off x="6240563" y="2100480"/>
            <a:ext cx="3054952" cy="29225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2" name="Straight Connector 421">
            <a:extLst>
              <a:ext uri="{FF2B5EF4-FFF2-40B4-BE49-F238E27FC236}">
                <a16:creationId xmlns:a16="http://schemas.microsoft.com/office/drawing/2014/main" id="{98F8F639-781F-2EFF-09AE-EF1F0B8FBD9B}"/>
              </a:ext>
            </a:extLst>
          </p:cNvPr>
          <p:cNvCxnSpPr>
            <a:cxnSpLocks/>
          </p:cNvCxnSpPr>
          <p:nvPr/>
        </p:nvCxnSpPr>
        <p:spPr>
          <a:xfrm>
            <a:off x="6240563" y="2278526"/>
            <a:ext cx="3054952" cy="274455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3" name="Straight Connector 422">
            <a:extLst>
              <a:ext uri="{FF2B5EF4-FFF2-40B4-BE49-F238E27FC236}">
                <a16:creationId xmlns:a16="http://schemas.microsoft.com/office/drawing/2014/main" id="{957D6B4F-9DD5-F825-3C18-153C95F0DDD8}"/>
              </a:ext>
            </a:extLst>
          </p:cNvPr>
          <p:cNvCxnSpPr>
            <a:cxnSpLocks/>
          </p:cNvCxnSpPr>
          <p:nvPr/>
        </p:nvCxnSpPr>
        <p:spPr>
          <a:xfrm>
            <a:off x="6240563" y="2456572"/>
            <a:ext cx="3054952" cy="25665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Straight Connector 423">
            <a:extLst>
              <a:ext uri="{FF2B5EF4-FFF2-40B4-BE49-F238E27FC236}">
                <a16:creationId xmlns:a16="http://schemas.microsoft.com/office/drawing/2014/main" id="{472D79DB-B71A-ABA7-8E1A-5123B0734400}"/>
              </a:ext>
            </a:extLst>
          </p:cNvPr>
          <p:cNvCxnSpPr>
            <a:cxnSpLocks/>
          </p:cNvCxnSpPr>
          <p:nvPr/>
        </p:nvCxnSpPr>
        <p:spPr>
          <a:xfrm>
            <a:off x="6240563" y="2634618"/>
            <a:ext cx="3054952" cy="23884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5" name="Straight Connector 424">
            <a:extLst>
              <a:ext uri="{FF2B5EF4-FFF2-40B4-BE49-F238E27FC236}">
                <a16:creationId xmlns:a16="http://schemas.microsoft.com/office/drawing/2014/main" id="{121628DF-5EEF-6722-0C5D-1B4DA9A48B4F}"/>
              </a:ext>
            </a:extLst>
          </p:cNvPr>
          <p:cNvCxnSpPr>
            <a:cxnSpLocks/>
          </p:cNvCxnSpPr>
          <p:nvPr/>
        </p:nvCxnSpPr>
        <p:spPr>
          <a:xfrm>
            <a:off x="6240563" y="2812664"/>
            <a:ext cx="3054952" cy="221041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Straight Connector 425">
            <a:extLst>
              <a:ext uri="{FF2B5EF4-FFF2-40B4-BE49-F238E27FC236}">
                <a16:creationId xmlns:a16="http://schemas.microsoft.com/office/drawing/2014/main" id="{E9FF56BA-3955-1B72-B592-444A9F14D81C}"/>
              </a:ext>
            </a:extLst>
          </p:cNvPr>
          <p:cNvCxnSpPr>
            <a:cxnSpLocks/>
          </p:cNvCxnSpPr>
          <p:nvPr/>
        </p:nvCxnSpPr>
        <p:spPr>
          <a:xfrm>
            <a:off x="6240563" y="2990710"/>
            <a:ext cx="3054952" cy="203236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7" name="Straight Connector 426">
            <a:extLst>
              <a:ext uri="{FF2B5EF4-FFF2-40B4-BE49-F238E27FC236}">
                <a16:creationId xmlns:a16="http://schemas.microsoft.com/office/drawing/2014/main" id="{06CC21EF-0453-DB97-05E0-FD6CC0B754F8}"/>
              </a:ext>
            </a:extLst>
          </p:cNvPr>
          <p:cNvCxnSpPr>
            <a:cxnSpLocks/>
          </p:cNvCxnSpPr>
          <p:nvPr/>
        </p:nvCxnSpPr>
        <p:spPr>
          <a:xfrm>
            <a:off x="6240563" y="3168756"/>
            <a:ext cx="3054952" cy="185432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Straight Connector 427">
            <a:extLst>
              <a:ext uri="{FF2B5EF4-FFF2-40B4-BE49-F238E27FC236}">
                <a16:creationId xmlns:a16="http://schemas.microsoft.com/office/drawing/2014/main" id="{353F7D45-5621-54A1-4EE7-9F1A038CD21C}"/>
              </a:ext>
            </a:extLst>
          </p:cNvPr>
          <p:cNvCxnSpPr>
            <a:cxnSpLocks/>
          </p:cNvCxnSpPr>
          <p:nvPr/>
        </p:nvCxnSpPr>
        <p:spPr>
          <a:xfrm>
            <a:off x="6240563" y="3346802"/>
            <a:ext cx="3054952" cy="167627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9" name="Straight Connector 428">
            <a:extLst>
              <a:ext uri="{FF2B5EF4-FFF2-40B4-BE49-F238E27FC236}">
                <a16:creationId xmlns:a16="http://schemas.microsoft.com/office/drawing/2014/main" id="{7CDF183B-B748-3256-F015-01F6D5851019}"/>
              </a:ext>
            </a:extLst>
          </p:cNvPr>
          <p:cNvCxnSpPr>
            <a:cxnSpLocks/>
          </p:cNvCxnSpPr>
          <p:nvPr/>
        </p:nvCxnSpPr>
        <p:spPr>
          <a:xfrm>
            <a:off x="6240563" y="3524848"/>
            <a:ext cx="3054952" cy="149823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Straight Connector 429">
            <a:extLst>
              <a:ext uri="{FF2B5EF4-FFF2-40B4-BE49-F238E27FC236}">
                <a16:creationId xmlns:a16="http://schemas.microsoft.com/office/drawing/2014/main" id="{F1064B6D-3F67-4D2C-F59E-24B9A0DC3DD0}"/>
              </a:ext>
            </a:extLst>
          </p:cNvPr>
          <p:cNvCxnSpPr>
            <a:cxnSpLocks/>
          </p:cNvCxnSpPr>
          <p:nvPr/>
        </p:nvCxnSpPr>
        <p:spPr>
          <a:xfrm>
            <a:off x="6240563" y="3702894"/>
            <a:ext cx="3054952" cy="132018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Straight Connector 430">
            <a:extLst>
              <a:ext uri="{FF2B5EF4-FFF2-40B4-BE49-F238E27FC236}">
                <a16:creationId xmlns:a16="http://schemas.microsoft.com/office/drawing/2014/main" id="{1BF34170-EBDF-F3BF-D133-7B1D97EFA803}"/>
              </a:ext>
            </a:extLst>
          </p:cNvPr>
          <p:cNvCxnSpPr>
            <a:cxnSpLocks/>
          </p:cNvCxnSpPr>
          <p:nvPr/>
        </p:nvCxnSpPr>
        <p:spPr>
          <a:xfrm>
            <a:off x="6240563" y="3880942"/>
            <a:ext cx="3054952" cy="114213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Straight Connector 431">
            <a:extLst>
              <a:ext uri="{FF2B5EF4-FFF2-40B4-BE49-F238E27FC236}">
                <a16:creationId xmlns:a16="http://schemas.microsoft.com/office/drawing/2014/main" id="{E1E35736-B403-9D6F-045A-D90AF4FC6CFF}"/>
              </a:ext>
            </a:extLst>
          </p:cNvPr>
          <p:cNvCxnSpPr>
            <a:cxnSpLocks/>
          </p:cNvCxnSpPr>
          <p:nvPr/>
        </p:nvCxnSpPr>
        <p:spPr>
          <a:xfrm>
            <a:off x="6240563" y="4058988"/>
            <a:ext cx="3054952" cy="96409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3" name="Straight Connector 432">
            <a:extLst>
              <a:ext uri="{FF2B5EF4-FFF2-40B4-BE49-F238E27FC236}">
                <a16:creationId xmlns:a16="http://schemas.microsoft.com/office/drawing/2014/main" id="{706C9A12-8967-D001-B103-D7D0FE316872}"/>
              </a:ext>
            </a:extLst>
          </p:cNvPr>
          <p:cNvCxnSpPr>
            <a:cxnSpLocks/>
          </p:cNvCxnSpPr>
          <p:nvPr/>
        </p:nvCxnSpPr>
        <p:spPr>
          <a:xfrm>
            <a:off x="6240563" y="4237034"/>
            <a:ext cx="3054952" cy="78604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Straight Connector 433">
            <a:extLst>
              <a:ext uri="{FF2B5EF4-FFF2-40B4-BE49-F238E27FC236}">
                <a16:creationId xmlns:a16="http://schemas.microsoft.com/office/drawing/2014/main" id="{4AA574A8-5CBB-0CF2-3BE9-E291633059FB}"/>
              </a:ext>
            </a:extLst>
          </p:cNvPr>
          <p:cNvCxnSpPr>
            <a:cxnSpLocks/>
          </p:cNvCxnSpPr>
          <p:nvPr/>
        </p:nvCxnSpPr>
        <p:spPr>
          <a:xfrm>
            <a:off x="6240563" y="4415080"/>
            <a:ext cx="3054952" cy="6079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Straight Connector 434">
            <a:extLst>
              <a:ext uri="{FF2B5EF4-FFF2-40B4-BE49-F238E27FC236}">
                <a16:creationId xmlns:a16="http://schemas.microsoft.com/office/drawing/2014/main" id="{F310E940-C24A-FC20-0ADF-4C32A641E0E7}"/>
              </a:ext>
            </a:extLst>
          </p:cNvPr>
          <p:cNvCxnSpPr>
            <a:cxnSpLocks/>
          </p:cNvCxnSpPr>
          <p:nvPr/>
        </p:nvCxnSpPr>
        <p:spPr>
          <a:xfrm>
            <a:off x="6240563" y="4593126"/>
            <a:ext cx="3054952" cy="42995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Straight Connector 435">
            <a:extLst>
              <a:ext uri="{FF2B5EF4-FFF2-40B4-BE49-F238E27FC236}">
                <a16:creationId xmlns:a16="http://schemas.microsoft.com/office/drawing/2014/main" id="{1B0A1C38-86A5-1E36-0F2C-B95E576F11B8}"/>
              </a:ext>
            </a:extLst>
          </p:cNvPr>
          <p:cNvCxnSpPr>
            <a:cxnSpLocks/>
          </p:cNvCxnSpPr>
          <p:nvPr/>
        </p:nvCxnSpPr>
        <p:spPr>
          <a:xfrm>
            <a:off x="6240563" y="4771172"/>
            <a:ext cx="3054952" cy="2519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7" name="Straight Connector 436">
            <a:extLst>
              <a:ext uri="{FF2B5EF4-FFF2-40B4-BE49-F238E27FC236}">
                <a16:creationId xmlns:a16="http://schemas.microsoft.com/office/drawing/2014/main" id="{1FE01041-9F9B-2171-D461-3D3D37CAD4F9}"/>
              </a:ext>
            </a:extLst>
          </p:cNvPr>
          <p:cNvCxnSpPr>
            <a:cxnSpLocks/>
          </p:cNvCxnSpPr>
          <p:nvPr/>
        </p:nvCxnSpPr>
        <p:spPr>
          <a:xfrm>
            <a:off x="6240563" y="4949218"/>
            <a:ext cx="3054952" cy="738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Connector 437">
            <a:extLst>
              <a:ext uri="{FF2B5EF4-FFF2-40B4-BE49-F238E27FC236}">
                <a16:creationId xmlns:a16="http://schemas.microsoft.com/office/drawing/2014/main" id="{36DDF627-1BAE-FD97-2C53-1084E071ED35}"/>
              </a:ext>
            </a:extLst>
          </p:cNvPr>
          <p:cNvCxnSpPr>
            <a:cxnSpLocks/>
          </p:cNvCxnSpPr>
          <p:nvPr/>
        </p:nvCxnSpPr>
        <p:spPr>
          <a:xfrm flipV="1">
            <a:off x="6240563" y="5023078"/>
            <a:ext cx="3054952" cy="10418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9" name="Straight Connector 438">
            <a:extLst>
              <a:ext uri="{FF2B5EF4-FFF2-40B4-BE49-F238E27FC236}">
                <a16:creationId xmlns:a16="http://schemas.microsoft.com/office/drawing/2014/main" id="{D357DCE5-EB9E-A5D9-9D60-ED53925C4D26}"/>
              </a:ext>
            </a:extLst>
          </p:cNvPr>
          <p:cNvCxnSpPr>
            <a:cxnSpLocks/>
          </p:cNvCxnSpPr>
          <p:nvPr/>
        </p:nvCxnSpPr>
        <p:spPr>
          <a:xfrm flipV="1">
            <a:off x="6240563" y="5023078"/>
            <a:ext cx="3054952" cy="28223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0" name="Straight Connector 439">
            <a:extLst>
              <a:ext uri="{FF2B5EF4-FFF2-40B4-BE49-F238E27FC236}">
                <a16:creationId xmlns:a16="http://schemas.microsoft.com/office/drawing/2014/main" id="{5765F91F-0376-EA6B-FDC1-58DA833FBF48}"/>
              </a:ext>
            </a:extLst>
          </p:cNvPr>
          <p:cNvCxnSpPr>
            <a:cxnSpLocks/>
          </p:cNvCxnSpPr>
          <p:nvPr/>
        </p:nvCxnSpPr>
        <p:spPr>
          <a:xfrm flipV="1">
            <a:off x="6240563" y="5023078"/>
            <a:ext cx="3054952" cy="46027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1" name="Straight Connector 440">
            <a:extLst>
              <a:ext uri="{FF2B5EF4-FFF2-40B4-BE49-F238E27FC236}">
                <a16:creationId xmlns:a16="http://schemas.microsoft.com/office/drawing/2014/main" id="{18E0BB6F-E8A1-B953-7654-8B48F861D036}"/>
              </a:ext>
            </a:extLst>
          </p:cNvPr>
          <p:cNvCxnSpPr>
            <a:cxnSpLocks/>
          </p:cNvCxnSpPr>
          <p:nvPr/>
        </p:nvCxnSpPr>
        <p:spPr>
          <a:xfrm flipV="1">
            <a:off x="6240563" y="5023078"/>
            <a:ext cx="3054952" cy="63832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2" name="Straight Connector 441">
            <a:extLst>
              <a:ext uri="{FF2B5EF4-FFF2-40B4-BE49-F238E27FC236}">
                <a16:creationId xmlns:a16="http://schemas.microsoft.com/office/drawing/2014/main" id="{7122009F-69DC-2140-76DD-EA6613EE951E}"/>
              </a:ext>
            </a:extLst>
          </p:cNvPr>
          <p:cNvCxnSpPr>
            <a:cxnSpLocks/>
          </p:cNvCxnSpPr>
          <p:nvPr/>
        </p:nvCxnSpPr>
        <p:spPr>
          <a:xfrm flipV="1">
            <a:off x="6240563" y="5023078"/>
            <a:ext cx="3054952" cy="81637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3" name="Straight Connector 442">
            <a:extLst>
              <a:ext uri="{FF2B5EF4-FFF2-40B4-BE49-F238E27FC236}">
                <a16:creationId xmlns:a16="http://schemas.microsoft.com/office/drawing/2014/main" id="{F07D8DC0-A538-F254-834E-31E346D72200}"/>
              </a:ext>
            </a:extLst>
          </p:cNvPr>
          <p:cNvCxnSpPr>
            <a:cxnSpLocks/>
          </p:cNvCxnSpPr>
          <p:nvPr/>
        </p:nvCxnSpPr>
        <p:spPr>
          <a:xfrm flipV="1">
            <a:off x="6240563" y="5023078"/>
            <a:ext cx="3054952" cy="9944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Straight Connector 443">
            <a:extLst>
              <a:ext uri="{FF2B5EF4-FFF2-40B4-BE49-F238E27FC236}">
                <a16:creationId xmlns:a16="http://schemas.microsoft.com/office/drawing/2014/main" id="{E933B289-1BD2-00D4-5830-FF98730AF256}"/>
              </a:ext>
            </a:extLst>
          </p:cNvPr>
          <p:cNvCxnSpPr>
            <a:cxnSpLocks/>
          </p:cNvCxnSpPr>
          <p:nvPr/>
        </p:nvCxnSpPr>
        <p:spPr>
          <a:xfrm>
            <a:off x="6240563" y="1922434"/>
            <a:ext cx="3054952" cy="35020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Straight Connector 444">
            <a:extLst>
              <a:ext uri="{FF2B5EF4-FFF2-40B4-BE49-F238E27FC236}">
                <a16:creationId xmlns:a16="http://schemas.microsoft.com/office/drawing/2014/main" id="{35B9FD62-7184-288E-2ED7-402AA1762471}"/>
              </a:ext>
            </a:extLst>
          </p:cNvPr>
          <p:cNvCxnSpPr>
            <a:cxnSpLocks/>
          </p:cNvCxnSpPr>
          <p:nvPr/>
        </p:nvCxnSpPr>
        <p:spPr>
          <a:xfrm>
            <a:off x="6240563" y="2100480"/>
            <a:ext cx="3054952" cy="33239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Straight Connector 445">
            <a:extLst>
              <a:ext uri="{FF2B5EF4-FFF2-40B4-BE49-F238E27FC236}">
                <a16:creationId xmlns:a16="http://schemas.microsoft.com/office/drawing/2014/main" id="{608B86E1-B549-0128-0F4F-D334E6A91130}"/>
              </a:ext>
            </a:extLst>
          </p:cNvPr>
          <p:cNvCxnSpPr>
            <a:cxnSpLocks/>
          </p:cNvCxnSpPr>
          <p:nvPr/>
        </p:nvCxnSpPr>
        <p:spPr>
          <a:xfrm>
            <a:off x="6240563" y="2278526"/>
            <a:ext cx="3054952" cy="31459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Straight Connector 446">
            <a:extLst>
              <a:ext uri="{FF2B5EF4-FFF2-40B4-BE49-F238E27FC236}">
                <a16:creationId xmlns:a16="http://schemas.microsoft.com/office/drawing/2014/main" id="{843C9A9F-0364-094E-A6B0-E16D893AD83F}"/>
              </a:ext>
            </a:extLst>
          </p:cNvPr>
          <p:cNvCxnSpPr>
            <a:cxnSpLocks/>
          </p:cNvCxnSpPr>
          <p:nvPr/>
        </p:nvCxnSpPr>
        <p:spPr>
          <a:xfrm>
            <a:off x="6240563" y="2456572"/>
            <a:ext cx="3054952" cy="29678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1ACCA54F-4E7B-CC5D-2B6F-D0C060C30905}"/>
              </a:ext>
            </a:extLst>
          </p:cNvPr>
          <p:cNvCxnSpPr>
            <a:cxnSpLocks/>
          </p:cNvCxnSpPr>
          <p:nvPr/>
        </p:nvCxnSpPr>
        <p:spPr>
          <a:xfrm>
            <a:off x="6240563" y="2634618"/>
            <a:ext cx="3054952" cy="278984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9" name="Straight Connector 448">
            <a:extLst>
              <a:ext uri="{FF2B5EF4-FFF2-40B4-BE49-F238E27FC236}">
                <a16:creationId xmlns:a16="http://schemas.microsoft.com/office/drawing/2014/main" id="{3F961DF9-EB81-E034-95C5-CAA4D81CD323}"/>
              </a:ext>
            </a:extLst>
          </p:cNvPr>
          <p:cNvCxnSpPr>
            <a:cxnSpLocks/>
          </p:cNvCxnSpPr>
          <p:nvPr/>
        </p:nvCxnSpPr>
        <p:spPr>
          <a:xfrm>
            <a:off x="6240563" y="2812664"/>
            <a:ext cx="3054952" cy="26117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0" name="Straight Connector 449">
            <a:extLst>
              <a:ext uri="{FF2B5EF4-FFF2-40B4-BE49-F238E27FC236}">
                <a16:creationId xmlns:a16="http://schemas.microsoft.com/office/drawing/2014/main" id="{0F4EB050-A408-BB75-2110-9103620FF630}"/>
              </a:ext>
            </a:extLst>
          </p:cNvPr>
          <p:cNvCxnSpPr>
            <a:cxnSpLocks/>
          </p:cNvCxnSpPr>
          <p:nvPr/>
        </p:nvCxnSpPr>
        <p:spPr>
          <a:xfrm>
            <a:off x="6240563" y="2990710"/>
            <a:ext cx="3054952" cy="243375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Connector 450">
            <a:extLst>
              <a:ext uri="{FF2B5EF4-FFF2-40B4-BE49-F238E27FC236}">
                <a16:creationId xmlns:a16="http://schemas.microsoft.com/office/drawing/2014/main" id="{963DC317-C597-397E-F39A-ED47B8E0BD91}"/>
              </a:ext>
            </a:extLst>
          </p:cNvPr>
          <p:cNvCxnSpPr>
            <a:cxnSpLocks/>
          </p:cNvCxnSpPr>
          <p:nvPr/>
        </p:nvCxnSpPr>
        <p:spPr>
          <a:xfrm>
            <a:off x="6240563" y="3168756"/>
            <a:ext cx="3054952" cy="22557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2AA159BB-79E8-461D-F0E0-50A8B58C3160}"/>
              </a:ext>
            </a:extLst>
          </p:cNvPr>
          <p:cNvCxnSpPr>
            <a:cxnSpLocks/>
          </p:cNvCxnSpPr>
          <p:nvPr/>
        </p:nvCxnSpPr>
        <p:spPr>
          <a:xfrm>
            <a:off x="6240563" y="3346802"/>
            <a:ext cx="3054952" cy="207765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Straight Connector 452">
            <a:extLst>
              <a:ext uri="{FF2B5EF4-FFF2-40B4-BE49-F238E27FC236}">
                <a16:creationId xmlns:a16="http://schemas.microsoft.com/office/drawing/2014/main" id="{ABA32D90-7B05-9D91-82BB-B6BCD8797D6C}"/>
              </a:ext>
            </a:extLst>
          </p:cNvPr>
          <p:cNvCxnSpPr>
            <a:cxnSpLocks/>
          </p:cNvCxnSpPr>
          <p:nvPr/>
        </p:nvCxnSpPr>
        <p:spPr>
          <a:xfrm>
            <a:off x="6240563" y="3524848"/>
            <a:ext cx="3054952" cy="189961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BC48B246-F422-6E09-A0B6-4C5B20780F19}"/>
              </a:ext>
            </a:extLst>
          </p:cNvPr>
          <p:cNvCxnSpPr>
            <a:cxnSpLocks/>
          </p:cNvCxnSpPr>
          <p:nvPr/>
        </p:nvCxnSpPr>
        <p:spPr>
          <a:xfrm>
            <a:off x="6240563" y="3702894"/>
            <a:ext cx="3054952" cy="172156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Straight Connector 454">
            <a:extLst>
              <a:ext uri="{FF2B5EF4-FFF2-40B4-BE49-F238E27FC236}">
                <a16:creationId xmlns:a16="http://schemas.microsoft.com/office/drawing/2014/main" id="{056006F7-6575-99AB-FAED-8B236FFA1691}"/>
              </a:ext>
            </a:extLst>
          </p:cNvPr>
          <p:cNvCxnSpPr>
            <a:cxnSpLocks/>
          </p:cNvCxnSpPr>
          <p:nvPr/>
        </p:nvCxnSpPr>
        <p:spPr>
          <a:xfrm>
            <a:off x="6240563" y="3880942"/>
            <a:ext cx="3054952" cy="154351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FEA3FAD3-BB52-008D-5CD8-2C248D9B5507}"/>
              </a:ext>
            </a:extLst>
          </p:cNvPr>
          <p:cNvCxnSpPr>
            <a:cxnSpLocks/>
          </p:cNvCxnSpPr>
          <p:nvPr/>
        </p:nvCxnSpPr>
        <p:spPr>
          <a:xfrm>
            <a:off x="6240563" y="4058988"/>
            <a:ext cx="3054952" cy="136547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Connector 456">
            <a:extLst>
              <a:ext uri="{FF2B5EF4-FFF2-40B4-BE49-F238E27FC236}">
                <a16:creationId xmlns:a16="http://schemas.microsoft.com/office/drawing/2014/main" id="{B69E20B3-BD3E-5B68-3978-6D0F1BDE2F9B}"/>
              </a:ext>
            </a:extLst>
          </p:cNvPr>
          <p:cNvCxnSpPr>
            <a:cxnSpLocks/>
          </p:cNvCxnSpPr>
          <p:nvPr/>
        </p:nvCxnSpPr>
        <p:spPr>
          <a:xfrm>
            <a:off x="6240563" y="4237034"/>
            <a:ext cx="3054952" cy="11874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D8FD8BA0-161F-0DF2-774A-AA122955E17B}"/>
              </a:ext>
            </a:extLst>
          </p:cNvPr>
          <p:cNvCxnSpPr>
            <a:cxnSpLocks/>
          </p:cNvCxnSpPr>
          <p:nvPr/>
        </p:nvCxnSpPr>
        <p:spPr>
          <a:xfrm>
            <a:off x="6240563" y="4415080"/>
            <a:ext cx="3054952" cy="10093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5C0DC5D0-6BBD-70F0-B495-392904901945}"/>
              </a:ext>
            </a:extLst>
          </p:cNvPr>
          <p:cNvCxnSpPr>
            <a:cxnSpLocks/>
          </p:cNvCxnSpPr>
          <p:nvPr/>
        </p:nvCxnSpPr>
        <p:spPr>
          <a:xfrm>
            <a:off x="6240563" y="4593126"/>
            <a:ext cx="3054952" cy="8313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E84C0DEC-F893-BF11-76A5-27746F4A2DB0}"/>
              </a:ext>
            </a:extLst>
          </p:cNvPr>
          <p:cNvCxnSpPr>
            <a:cxnSpLocks/>
          </p:cNvCxnSpPr>
          <p:nvPr/>
        </p:nvCxnSpPr>
        <p:spPr>
          <a:xfrm>
            <a:off x="6240563" y="4771172"/>
            <a:ext cx="3054952" cy="6532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1" name="Straight Connector 460">
            <a:extLst>
              <a:ext uri="{FF2B5EF4-FFF2-40B4-BE49-F238E27FC236}">
                <a16:creationId xmlns:a16="http://schemas.microsoft.com/office/drawing/2014/main" id="{4E2B3D4E-B037-33F4-E0D3-2A7967F6C076}"/>
              </a:ext>
            </a:extLst>
          </p:cNvPr>
          <p:cNvCxnSpPr>
            <a:cxnSpLocks/>
          </p:cNvCxnSpPr>
          <p:nvPr/>
        </p:nvCxnSpPr>
        <p:spPr>
          <a:xfrm>
            <a:off x="6240563" y="4949218"/>
            <a:ext cx="3054952" cy="47524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Straight Connector 461">
            <a:extLst>
              <a:ext uri="{FF2B5EF4-FFF2-40B4-BE49-F238E27FC236}">
                <a16:creationId xmlns:a16="http://schemas.microsoft.com/office/drawing/2014/main" id="{D6FFA5D6-E2A5-E4DF-369C-1B70A24C8ACD}"/>
              </a:ext>
            </a:extLst>
          </p:cNvPr>
          <p:cNvCxnSpPr>
            <a:cxnSpLocks/>
          </p:cNvCxnSpPr>
          <p:nvPr/>
        </p:nvCxnSpPr>
        <p:spPr>
          <a:xfrm>
            <a:off x="6240563" y="5127264"/>
            <a:ext cx="3054952" cy="2971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3" name="Straight Connector 462">
            <a:extLst>
              <a:ext uri="{FF2B5EF4-FFF2-40B4-BE49-F238E27FC236}">
                <a16:creationId xmlns:a16="http://schemas.microsoft.com/office/drawing/2014/main" id="{3F487DE7-BD11-6199-1D8D-648C6560BB47}"/>
              </a:ext>
            </a:extLst>
          </p:cNvPr>
          <p:cNvCxnSpPr>
            <a:cxnSpLocks/>
          </p:cNvCxnSpPr>
          <p:nvPr/>
        </p:nvCxnSpPr>
        <p:spPr>
          <a:xfrm>
            <a:off x="6240563" y="5305310"/>
            <a:ext cx="3054952" cy="11915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4" name="Straight Connector 463">
            <a:extLst>
              <a:ext uri="{FF2B5EF4-FFF2-40B4-BE49-F238E27FC236}">
                <a16:creationId xmlns:a16="http://schemas.microsoft.com/office/drawing/2014/main" id="{7A7122B2-8571-1354-52EC-4CB3FFA3B789}"/>
              </a:ext>
            </a:extLst>
          </p:cNvPr>
          <p:cNvCxnSpPr>
            <a:cxnSpLocks/>
          </p:cNvCxnSpPr>
          <p:nvPr/>
        </p:nvCxnSpPr>
        <p:spPr>
          <a:xfrm flipV="1">
            <a:off x="6240563" y="5424461"/>
            <a:ext cx="3054952" cy="5889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Connector 464">
            <a:extLst>
              <a:ext uri="{FF2B5EF4-FFF2-40B4-BE49-F238E27FC236}">
                <a16:creationId xmlns:a16="http://schemas.microsoft.com/office/drawing/2014/main" id="{71F719D8-5B06-090C-763F-049A17C56A9B}"/>
              </a:ext>
            </a:extLst>
          </p:cNvPr>
          <p:cNvCxnSpPr>
            <a:cxnSpLocks/>
          </p:cNvCxnSpPr>
          <p:nvPr/>
        </p:nvCxnSpPr>
        <p:spPr>
          <a:xfrm flipV="1">
            <a:off x="6240563" y="5424461"/>
            <a:ext cx="3054952" cy="23694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Connector 465">
            <a:extLst>
              <a:ext uri="{FF2B5EF4-FFF2-40B4-BE49-F238E27FC236}">
                <a16:creationId xmlns:a16="http://schemas.microsoft.com/office/drawing/2014/main" id="{AD37E864-1F54-45B0-9D5D-8580B83C069C}"/>
              </a:ext>
            </a:extLst>
          </p:cNvPr>
          <p:cNvCxnSpPr>
            <a:cxnSpLocks/>
          </p:cNvCxnSpPr>
          <p:nvPr/>
        </p:nvCxnSpPr>
        <p:spPr>
          <a:xfrm flipV="1">
            <a:off x="6240563" y="5424461"/>
            <a:ext cx="3054952" cy="41498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Connector 466">
            <a:extLst>
              <a:ext uri="{FF2B5EF4-FFF2-40B4-BE49-F238E27FC236}">
                <a16:creationId xmlns:a16="http://schemas.microsoft.com/office/drawing/2014/main" id="{92FCE343-8B76-6861-3110-DD162058548B}"/>
              </a:ext>
            </a:extLst>
          </p:cNvPr>
          <p:cNvCxnSpPr>
            <a:cxnSpLocks/>
          </p:cNvCxnSpPr>
          <p:nvPr/>
        </p:nvCxnSpPr>
        <p:spPr>
          <a:xfrm flipV="1">
            <a:off x="6240563" y="5424461"/>
            <a:ext cx="3054952" cy="59302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Connector 467">
            <a:extLst>
              <a:ext uri="{FF2B5EF4-FFF2-40B4-BE49-F238E27FC236}">
                <a16:creationId xmlns:a16="http://schemas.microsoft.com/office/drawing/2014/main" id="{16920574-B1B4-BE36-0FB2-AD827AF00193}"/>
              </a:ext>
            </a:extLst>
          </p:cNvPr>
          <p:cNvCxnSpPr>
            <a:cxnSpLocks/>
          </p:cNvCxnSpPr>
          <p:nvPr/>
        </p:nvCxnSpPr>
        <p:spPr>
          <a:xfrm>
            <a:off x="6240563" y="1922434"/>
            <a:ext cx="3054952" cy="390340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Connector 468">
            <a:extLst>
              <a:ext uri="{FF2B5EF4-FFF2-40B4-BE49-F238E27FC236}">
                <a16:creationId xmlns:a16="http://schemas.microsoft.com/office/drawing/2014/main" id="{DDC9348A-A2BB-BDB4-34CE-DE025794AE1A}"/>
              </a:ext>
            </a:extLst>
          </p:cNvPr>
          <p:cNvCxnSpPr>
            <a:cxnSpLocks/>
          </p:cNvCxnSpPr>
          <p:nvPr/>
        </p:nvCxnSpPr>
        <p:spPr>
          <a:xfrm>
            <a:off x="6240563" y="2100480"/>
            <a:ext cx="3054952" cy="372536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Connector 469">
            <a:extLst>
              <a:ext uri="{FF2B5EF4-FFF2-40B4-BE49-F238E27FC236}">
                <a16:creationId xmlns:a16="http://schemas.microsoft.com/office/drawing/2014/main" id="{E5A1403F-56AE-F8F7-C01D-94B229022CA1}"/>
              </a:ext>
            </a:extLst>
          </p:cNvPr>
          <p:cNvCxnSpPr>
            <a:cxnSpLocks/>
          </p:cNvCxnSpPr>
          <p:nvPr/>
        </p:nvCxnSpPr>
        <p:spPr>
          <a:xfrm>
            <a:off x="6240563" y="2278526"/>
            <a:ext cx="3054952" cy="35473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1" name="Straight Connector 470">
            <a:extLst>
              <a:ext uri="{FF2B5EF4-FFF2-40B4-BE49-F238E27FC236}">
                <a16:creationId xmlns:a16="http://schemas.microsoft.com/office/drawing/2014/main" id="{2D2AAE06-2DD0-B3F2-6B4E-157BBD190A28}"/>
              </a:ext>
            </a:extLst>
          </p:cNvPr>
          <p:cNvCxnSpPr>
            <a:cxnSpLocks/>
          </p:cNvCxnSpPr>
          <p:nvPr/>
        </p:nvCxnSpPr>
        <p:spPr>
          <a:xfrm>
            <a:off x="6240563" y="2456572"/>
            <a:ext cx="3054952" cy="336926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2" name="Straight Connector 471">
            <a:extLst>
              <a:ext uri="{FF2B5EF4-FFF2-40B4-BE49-F238E27FC236}">
                <a16:creationId xmlns:a16="http://schemas.microsoft.com/office/drawing/2014/main" id="{9E6E580E-C55E-D140-A71E-53F18775D2E6}"/>
              </a:ext>
            </a:extLst>
          </p:cNvPr>
          <p:cNvCxnSpPr>
            <a:cxnSpLocks/>
          </p:cNvCxnSpPr>
          <p:nvPr/>
        </p:nvCxnSpPr>
        <p:spPr>
          <a:xfrm>
            <a:off x="6240563" y="2634618"/>
            <a:ext cx="3054952" cy="319122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3" name="Straight Connector 472">
            <a:extLst>
              <a:ext uri="{FF2B5EF4-FFF2-40B4-BE49-F238E27FC236}">
                <a16:creationId xmlns:a16="http://schemas.microsoft.com/office/drawing/2014/main" id="{E753F1F9-3018-F07F-183D-BF8760EBC7EA}"/>
              </a:ext>
            </a:extLst>
          </p:cNvPr>
          <p:cNvCxnSpPr>
            <a:cxnSpLocks/>
          </p:cNvCxnSpPr>
          <p:nvPr/>
        </p:nvCxnSpPr>
        <p:spPr>
          <a:xfrm>
            <a:off x="6240563" y="2812664"/>
            <a:ext cx="3054952" cy="301317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4" name="Straight Connector 473">
            <a:extLst>
              <a:ext uri="{FF2B5EF4-FFF2-40B4-BE49-F238E27FC236}">
                <a16:creationId xmlns:a16="http://schemas.microsoft.com/office/drawing/2014/main" id="{266047A2-C32C-D841-5C0C-7B16EAE0EAEA}"/>
              </a:ext>
            </a:extLst>
          </p:cNvPr>
          <p:cNvCxnSpPr>
            <a:cxnSpLocks/>
          </p:cNvCxnSpPr>
          <p:nvPr/>
        </p:nvCxnSpPr>
        <p:spPr>
          <a:xfrm>
            <a:off x="6240563" y="2990710"/>
            <a:ext cx="3054952" cy="283513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5" name="Straight Connector 474">
            <a:extLst>
              <a:ext uri="{FF2B5EF4-FFF2-40B4-BE49-F238E27FC236}">
                <a16:creationId xmlns:a16="http://schemas.microsoft.com/office/drawing/2014/main" id="{5602EC9A-C1A9-D81C-A399-DD9A9B81B3AF}"/>
              </a:ext>
            </a:extLst>
          </p:cNvPr>
          <p:cNvCxnSpPr>
            <a:cxnSpLocks/>
          </p:cNvCxnSpPr>
          <p:nvPr/>
        </p:nvCxnSpPr>
        <p:spPr>
          <a:xfrm>
            <a:off x="6240563" y="3168756"/>
            <a:ext cx="3054952" cy="26570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Straight Connector 475">
            <a:extLst>
              <a:ext uri="{FF2B5EF4-FFF2-40B4-BE49-F238E27FC236}">
                <a16:creationId xmlns:a16="http://schemas.microsoft.com/office/drawing/2014/main" id="{F4A915CD-C89F-96BC-1DBA-2C4445CF9E41}"/>
              </a:ext>
            </a:extLst>
          </p:cNvPr>
          <p:cNvCxnSpPr>
            <a:cxnSpLocks/>
          </p:cNvCxnSpPr>
          <p:nvPr/>
        </p:nvCxnSpPr>
        <p:spPr>
          <a:xfrm>
            <a:off x="6240563" y="3346802"/>
            <a:ext cx="3054952" cy="24790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7" name="Straight Connector 476">
            <a:extLst>
              <a:ext uri="{FF2B5EF4-FFF2-40B4-BE49-F238E27FC236}">
                <a16:creationId xmlns:a16="http://schemas.microsoft.com/office/drawing/2014/main" id="{D06FD389-0776-9F46-5C75-E4974E3ABECC}"/>
              </a:ext>
            </a:extLst>
          </p:cNvPr>
          <p:cNvCxnSpPr>
            <a:cxnSpLocks/>
          </p:cNvCxnSpPr>
          <p:nvPr/>
        </p:nvCxnSpPr>
        <p:spPr>
          <a:xfrm>
            <a:off x="6240563" y="3524848"/>
            <a:ext cx="3054952" cy="230099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8" name="Straight Connector 477">
            <a:extLst>
              <a:ext uri="{FF2B5EF4-FFF2-40B4-BE49-F238E27FC236}">
                <a16:creationId xmlns:a16="http://schemas.microsoft.com/office/drawing/2014/main" id="{DF02840C-8C0A-4350-364E-DFB4625C76B7}"/>
              </a:ext>
            </a:extLst>
          </p:cNvPr>
          <p:cNvCxnSpPr>
            <a:cxnSpLocks/>
          </p:cNvCxnSpPr>
          <p:nvPr/>
        </p:nvCxnSpPr>
        <p:spPr>
          <a:xfrm>
            <a:off x="6240563" y="3702894"/>
            <a:ext cx="3054952" cy="212294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9" name="Straight Connector 478">
            <a:extLst>
              <a:ext uri="{FF2B5EF4-FFF2-40B4-BE49-F238E27FC236}">
                <a16:creationId xmlns:a16="http://schemas.microsoft.com/office/drawing/2014/main" id="{D90E6913-7DBD-6EDE-382A-D8822399390B}"/>
              </a:ext>
            </a:extLst>
          </p:cNvPr>
          <p:cNvCxnSpPr>
            <a:cxnSpLocks/>
          </p:cNvCxnSpPr>
          <p:nvPr/>
        </p:nvCxnSpPr>
        <p:spPr>
          <a:xfrm>
            <a:off x="6240563" y="3880942"/>
            <a:ext cx="3054952" cy="194489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Connector 479">
            <a:extLst>
              <a:ext uri="{FF2B5EF4-FFF2-40B4-BE49-F238E27FC236}">
                <a16:creationId xmlns:a16="http://schemas.microsoft.com/office/drawing/2014/main" id="{85B4D821-DE3F-B41D-4ED0-958C5347461A}"/>
              </a:ext>
            </a:extLst>
          </p:cNvPr>
          <p:cNvCxnSpPr>
            <a:cxnSpLocks/>
          </p:cNvCxnSpPr>
          <p:nvPr/>
        </p:nvCxnSpPr>
        <p:spPr>
          <a:xfrm>
            <a:off x="6240563" y="4058988"/>
            <a:ext cx="3054952" cy="176685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Connector 480">
            <a:extLst>
              <a:ext uri="{FF2B5EF4-FFF2-40B4-BE49-F238E27FC236}">
                <a16:creationId xmlns:a16="http://schemas.microsoft.com/office/drawing/2014/main" id="{326B1E16-9EE3-9017-3E10-69C0C04E99B0}"/>
              </a:ext>
            </a:extLst>
          </p:cNvPr>
          <p:cNvCxnSpPr>
            <a:cxnSpLocks/>
          </p:cNvCxnSpPr>
          <p:nvPr/>
        </p:nvCxnSpPr>
        <p:spPr>
          <a:xfrm>
            <a:off x="6240563" y="4237034"/>
            <a:ext cx="3054952" cy="158880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Straight Connector 481">
            <a:extLst>
              <a:ext uri="{FF2B5EF4-FFF2-40B4-BE49-F238E27FC236}">
                <a16:creationId xmlns:a16="http://schemas.microsoft.com/office/drawing/2014/main" id="{588A5086-56A4-1FF0-7B61-C7D9812E85F4}"/>
              </a:ext>
            </a:extLst>
          </p:cNvPr>
          <p:cNvCxnSpPr>
            <a:cxnSpLocks/>
          </p:cNvCxnSpPr>
          <p:nvPr/>
        </p:nvCxnSpPr>
        <p:spPr>
          <a:xfrm>
            <a:off x="6240563" y="4415080"/>
            <a:ext cx="3054952" cy="141076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Straight Connector 482">
            <a:extLst>
              <a:ext uri="{FF2B5EF4-FFF2-40B4-BE49-F238E27FC236}">
                <a16:creationId xmlns:a16="http://schemas.microsoft.com/office/drawing/2014/main" id="{A37AEE43-67C8-A007-B495-A6548433A892}"/>
              </a:ext>
            </a:extLst>
          </p:cNvPr>
          <p:cNvCxnSpPr>
            <a:cxnSpLocks/>
          </p:cNvCxnSpPr>
          <p:nvPr/>
        </p:nvCxnSpPr>
        <p:spPr>
          <a:xfrm>
            <a:off x="6240563" y="4593126"/>
            <a:ext cx="3054952" cy="12327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4" name="Straight Connector 483">
            <a:extLst>
              <a:ext uri="{FF2B5EF4-FFF2-40B4-BE49-F238E27FC236}">
                <a16:creationId xmlns:a16="http://schemas.microsoft.com/office/drawing/2014/main" id="{4A64E314-FA52-94AC-91B6-86ED4769E1E8}"/>
              </a:ext>
            </a:extLst>
          </p:cNvPr>
          <p:cNvCxnSpPr>
            <a:cxnSpLocks/>
          </p:cNvCxnSpPr>
          <p:nvPr/>
        </p:nvCxnSpPr>
        <p:spPr>
          <a:xfrm>
            <a:off x="6240563" y="4771172"/>
            <a:ext cx="3054952" cy="105466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Straight Connector 484">
            <a:extLst>
              <a:ext uri="{FF2B5EF4-FFF2-40B4-BE49-F238E27FC236}">
                <a16:creationId xmlns:a16="http://schemas.microsoft.com/office/drawing/2014/main" id="{408806F2-C5CE-B113-9AA7-4850CE76F351}"/>
              </a:ext>
            </a:extLst>
          </p:cNvPr>
          <p:cNvCxnSpPr>
            <a:cxnSpLocks/>
          </p:cNvCxnSpPr>
          <p:nvPr/>
        </p:nvCxnSpPr>
        <p:spPr>
          <a:xfrm>
            <a:off x="6240563" y="4949218"/>
            <a:ext cx="3054952" cy="87662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6" name="Straight Connector 485">
            <a:extLst>
              <a:ext uri="{FF2B5EF4-FFF2-40B4-BE49-F238E27FC236}">
                <a16:creationId xmlns:a16="http://schemas.microsoft.com/office/drawing/2014/main" id="{A1B14432-79DE-5C55-123A-AE193DC4570B}"/>
              </a:ext>
            </a:extLst>
          </p:cNvPr>
          <p:cNvCxnSpPr>
            <a:cxnSpLocks/>
          </p:cNvCxnSpPr>
          <p:nvPr/>
        </p:nvCxnSpPr>
        <p:spPr>
          <a:xfrm>
            <a:off x="6240563" y="5127264"/>
            <a:ext cx="3054952" cy="69857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7" name="Straight Connector 486">
            <a:extLst>
              <a:ext uri="{FF2B5EF4-FFF2-40B4-BE49-F238E27FC236}">
                <a16:creationId xmlns:a16="http://schemas.microsoft.com/office/drawing/2014/main" id="{F0F8828B-5033-2164-FD53-B3D095247F12}"/>
              </a:ext>
            </a:extLst>
          </p:cNvPr>
          <p:cNvCxnSpPr>
            <a:cxnSpLocks/>
          </p:cNvCxnSpPr>
          <p:nvPr/>
        </p:nvCxnSpPr>
        <p:spPr>
          <a:xfrm>
            <a:off x="6240563" y="5305310"/>
            <a:ext cx="3054952" cy="52053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Straight Connector 487">
            <a:extLst>
              <a:ext uri="{FF2B5EF4-FFF2-40B4-BE49-F238E27FC236}">
                <a16:creationId xmlns:a16="http://schemas.microsoft.com/office/drawing/2014/main" id="{844814F1-F468-5B76-4ECB-F31ECF064834}"/>
              </a:ext>
            </a:extLst>
          </p:cNvPr>
          <p:cNvCxnSpPr>
            <a:cxnSpLocks/>
          </p:cNvCxnSpPr>
          <p:nvPr/>
        </p:nvCxnSpPr>
        <p:spPr>
          <a:xfrm>
            <a:off x="6240563" y="5483356"/>
            <a:ext cx="3054952" cy="3424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9" name="Straight Connector 488">
            <a:extLst>
              <a:ext uri="{FF2B5EF4-FFF2-40B4-BE49-F238E27FC236}">
                <a16:creationId xmlns:a16="http://schemas.microsoft.com/office/drawing/2014/main" id="{2E2E4E18-07FD-FAE5-9AF5-2E9C12CC464E}"/>
              </a:ext>
            </a:extLst>
          </p:cNvPr>
          <p:cNvCxnSpPr>
            <a:cxnSpLocks/>
          </p:cNvCxnSpPr>
          <p:nvPr/>
        </p:nvCxnSpPr>
        <p:spPr>
          <a:xfrm>
            <a:off x="6240563" y="5661402"/>
            <a:ext cx="3054952" cy="1644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0" name="Straight Connector 489">
            <a:extLst>
              <a:ext uri="{FF2B5EF4-FFF2-40B4-BE49-F238E27FC236}">
                <a16:creationId xmlns:a16="http://schemas.microsoft.com/office/drawing/2014/main" id="{69D0EC23-04FC-434F-4CF5-B1CAED94DDEF}"/>
              </a:ext>
            </a:extLst>
          </p:cNvPr>
          <p:cNvCxnSpPr>
            <a:cxnSpLocks/>
          </p:cNvCxnSpPr>
          <p:nvPr/>
        </p:nvCxnSpPr>
        <p:spPr>
          <a:xfrm flipV="1">
            <a:off x="6240563" y="5825841"/>
            <a:ext cx="3054952" cy="1360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Straight Connector 490">
            <a:extLst>
              <a:ext uri="{FF2B5EF4-FFF2-40B4-BE49-F238E27FC236}">
                <a16:creationId xmlns:a16="http://schemas.microsoft.com/office/drawing/2014/main" id="{3DFBC7F6-E7D8-6DDB-547E-033C7A96FC3C}"/>
              </a:ext>
            </a:extLst>
          </p:cNvPr>
          <p:cNvCxnSpPr>
            <a:cxnSpLocks/>
          </p:cNvCxnSpPr>
          <p:nvPr/>
        </p:nvCxnSpPr>
        <p:spPr>
          <a:xfrm flipV="1">
            <a:off x="6240563" y="5825841"/>
            <a:ext cx="3054952" cy="19164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Straight Connector 491">
            <a:extLst>
              <a:ext uri="{FF2B5EF4-FFF2-40B4-BE49-F238E27FC236}">
                <a16:creationId xmlns:a16="http://schemas.microsoft.com/office/drawing/2014/main" id="{58DD9D7A-F5DE-B9EB-311F-9E2A44A43061}"/>
              </a:ext>
            </a:extLst>
          </p:cNvPr>
          <p:cNvCxnSpPr>
            <a:cxnSpLocks/>
          </p:cNvCxnSpPr>
          <p:nvPr/>
        </p:nvCxnSpPr>
        <p:spPr>
          <a:xfrm flipV="1">
            <a:off x="9569565" y="4010956"/>
            <a:ext cx="1088757" cy="179603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Straight Connector 492">
            <a:extLst>
              <a:ext uri="{FF2B5EF4-FFF2-40B4-BE49-F238E27FC236}">
                <a16:creationId xmlns:a16="http://schemas.microsoft.com/office/drawing/2014/main" id="{346B3144-E910-E014-5C35-D48756178D6E}"/>
              </a:ext>
            </a:extLst>
          </p:cNvPr>
          <p:cNvCxnSpPr>
            <a:cxnSpLocks/>
          </p:cNvCxnSpPr>
          <p:nvPr/>
        </p:nvCxnSpPr>
        <p:spPr>
          <a:xfrm flipV="1">
            <a:off x="9569565" y="4010956"/>
            <a:ext cx="1088757" cy="139528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4" name="Straight Connector 493">
            <a:extLst>
              <a:ext uri="{FF2B5EF4-FFF2-40B4-BE49-F238E27FC236}">
                <a16:creationId xmlns:a16="http://schemas.microsoft.com/office/drawing/2014/main" id="{A4AA5D6D-1222-C708-E7FC-7267D57D738C}"/>
              </a:ext>
            </a:extLst>
          </p:cNvPr>
          <p:cNvCxnSpPr>
            <a:cxnSpLocks/>
          </p:cNvCxnSpPr>
          <p:nvPr/>
        </p:nvCxnSpPr>
        <p:spPr>
          <a:xfrm flipV="1">
            <a:off x="9569565" y="4010956"/>
            <a:ext cx="1088757" cy="9945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5" name="Straight Connector 494">
            <a:extLst>
              <a:ext uri="{FF2B5EF4-FFF2-40B4-BE49-F238E27FC236}">
                <a16:creationId xmlns:a16="http://schemas.microsoft.com/office/drawing/2014/main" id="{742B0B73-ED3D-BBCB-41F7-64F1CAA6DF9E}"/>
              </a:ext>
            </a:extLst>
          </p:cNvPr>
          <p:cNvCxnSpPr>
            <a:cxnSpLocks/>
          </p:cNvCxnSpPr>
          <p:nvPr/>
        </p:nvCxnSpPr>
        <p:spPr>
          <a:xfrm flipV="1">
            <a:off x="9569565" y="4010956"/>
            <a:ext cx="1088757" cy="59378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6" name="Straight Connector 495">
            <a:extLst>
              <a:ext uri="{FF2B5EF4-FFF2-40B4-BE49-F238E27FC236}">
                <a16:creationId xmlns:a16="http://schemas.microsoft.com/office/drawing/2014/main" id="{1FE718CF-864F-5CD7-F432-CE7BED2CAD86}"/>
              </a:ext>
            </a:extLst>
          </p:cNvPr>
          <p:cNvCxnSpPr>
            <a:cxnSpLocks/>
          </p:cNvCxnSpPr>
          <p:nvPr/>
        </p:nvCxnSpPr>
        <p:spPr>
          <a:xfrm flipV="1">
            <a:off x="9569565" y="4010956"/>
            <a:ext cx="1088757" cy="19302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Straight Connector 496">
            <a:extLst>
              <a:ext uri="{FF2B5EF4-FFF2-40B4-BE49-F238E27FC236}">
                <a16:creationId xmlns:a16="http://schemas.microsoft.com/office/drawing/2014/main" id="{63D80CA8-A086-B2EC-360E-28BB62748E1D}"/>
              </a:ext>
            </a:extLst>
          </p:cNvPr>
          <p:cNvCxnSpPr>
            <a:cxnSpLocks/>
          </p:cNvCxnSpPr>
          <p:nvPr/>
        </p:nvCxnSpPr>
        <p:spPr>
          <a:xfrm>
            <a:off x="9569565" y="3803232"/>
            <a:ext cx="1088757" cy="20772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8" name="Straight Connector 497">
            <a:extLst>
              <a:ext uri="{FF2B5EF4-FFF2-40B4-BE49-F238E27FC236}">
                <a16:creationId xmlns:a16="http://schemas.microsoft.com/office/drawing/2014/main" id="{20956F75-4658-9A87-5830-8984984E0F2D}"/>
              </a:ext>
            </a:extLst>
          </p:cNvPr>
          <p:cNvCxnSpPr>
            <a:cxnSpLocks/>
          </p:cNvCxnSpPr>
          <p:nvPr/>
        </p:nvCxnSpPr>
        <p:spPr>
          <a:xfrm>
            <a:off x="9569565" y="3402479"/>
            <a:ext cx="1088757" cy="60847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9" name="Straight Connector 498">
            <a:extLst>
              <a:ext uri="{FF2B5EF4-FFF2-40B4-BE49-F238E27FC236}">
                <a16:creationId xmlns:a16="http://schemas.microsoft.com/office/drawing/2014/main" id="{B40F9710-7AB6-AC49-41AC-7A66B74B0921}"/>
              </a:ext>
            </a:extLst>
          </p:cNvPr>
          <p:cNvCxnSpPr>
            <a:cxnSpLocks/>
          </p:cNvCxnSpPr>
          <p:nvPr/>
        </p:nvCxnSpPr>
        <p:spPr>
          <a:xfrm>
            <a:off x="9569565" y="3001726"/>
            <a:ext cx="1088757" cy="100923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Straight Connector 499">
            <a:extLst>
              <a:ext uri="{FF2B5EF4-FFF2-40B4-BE49-F238E27FC236}">
                <a16:creationId xmlns:a16="http://schemas.microsoft.com/office/drawing/2014/main" id="{4CFEB5AE-D879-FABC-BBF0-C387F78C4F09}"/>
              </a:ext>
            </a:extLst>
          </p:cNvPr>
          <p:cNvCxnSpPr>
            <a:cxnSpLocks/>
          </p:cNvCxnSpPr>
          <p:nvPr/>
        </p:nvCxnSpPr>
        <p:spPr>
          <a:xfrm>
            <a:off x="9569565" y="2200220"/>
            <a:ext cx="1088757" cy="181073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1" name="Straight Connector 500">
            <a:extLst>
              <a:ext uri="{FF2B5EF4-FFF2-40B4-BE49-F238E27FC236}">
                <a16:creationId xmlns:a16="http://schemas.microsoft.com/office/drawing/2014/main" id="{84476206-CA3A-F600-6663-D66C43B4B30D}"/>
              </a:ext>
            </a:extLst>
          </p:cNvPr>
          <p:cNvCxnSpPr>
            <a:cxnSpLocks/>
          </p:cNvCxnSpPr>
          <p:nvPr/>
        </p:nvCxnSpPr>
        <p:spPr>
          <a:xfrm>
            <a:off x="9569565" y="2600973"/>
            <a:ext cx="1088757" cy="140998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02" name="Group 501">
            <a:extLst>
              <a:ext uri="{FF2B5EF4-FFF2-40B4-BE49-F238E27FC236}">
                <a16:creationId xmlns:a16="http://schemas.microsoft.com/office/drawing/2014/main" id="{BFE64AED-BA84-8544-C4A5-605FEE24865A}"/>
              </a:ext>
            </a:extLst>
          </p:cNvPr>
          <p:cNvGrpSpPr/>
          <p:nvPr/>
        </p:nvGrpSpPr>
        <p:grpSpPr>
          <a:xfrm>
            <a:off x="5963010" y="1780847"/>
            <a:ext cx="279139" cy="4374187"/>
            <a:chOff x="5879658" y="1393184"/>
            <a:chExt cx="279139" cy="4374187"/>
          </a:xfrm>
        </p:grpSpPr>
        <p:sp>
          <p:nvSpPr>
            <p:cNvPr id="503" name="Oval 502">
              <a:extLst>
                <a:ext uri="{FF2B5EF4-FFF2-40B4-BE49-F238E27FC236}">
                  <a16:creationId xmlns:a16="http://schemas.microsoft.com/office/drawing/2014/main" id="{2A400249-010C-564C-3E50-5DF0DAE39807}"/>
                </a:ext>
              </a:extLst>
            </p:cNvPr>
            <p:cNvSpPr/>
            <p:nvPr/>
          </p:nvSpPr>
          <p:spPr>
            <a:xfrm>
              <a:off x="5879658" y="139318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4" name="Oval 503">
              <a:extLst>
                <a:ext uri="{FF2B5EF4-FFF2-40B4-BE49-F238E27FC236}">
                  <a16:creationId xmlns:a16="http://schemas.microsoft.com/office/drawing/2014/main" id="{332E5649-E0B2-50C6-6E4B-68014D18CA62}"/>
                </a:ext>
              </a:extLst>
            </p:cNvPr>
            <p:cNvSpPr/>
            <p:nvPr/>
          </p:nvSpPr>
          <p:spPr>
            <a:xfrm>
              <a:off x="5879658" y="157123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5" name="Oval 504">
              <a:extLst>
                <a:ext uri="{FF2B5EF4-FFF2-40B4-BE49-F238E27FC236}">
                  <a16:creationId xmlns:a16="http://schemas.microsoft.com/office/drawing/2014/main" id="{B0CA51CF-E186-8D24-AD65-EC2ABBC163B6}"/>
                </a:ext>
              </a:extLst>
            </p:cNvPr>
            <p:cNvSpPr/>
            <p:nvPr/>
          </p:nvSpPr>
          <p:spPr>
            <a:xfrm>
              <a:off x="5879658" y="174927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6" name="Oval 505">
              <a:extLst>
                <a:ext uri="{FF2B5EF4-FFF2-40B4-BE49-F238E27FC236}">
                  <a16:creationId xmlns:a16="http://schemas.microsoft.com/office/drawing/2014/main" id="{A9EEB686-69BE-BACF-04D9-7E0EBECAF188}"/>
                </a:ext>
              </a:extLst>
            </p:cNvPr>
            <p:cNvSpPr/>
            <p:nvPr/>
          </p:nvSpPr>
          <p:spPr>
            <a:xfrm>
              <a:off x="5879658" y="192732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7" name="Oval 506">
              <a:extLst>
                <a:ext uri="{FF2B5EF4-FFF2-40B4-BE49-F238E27FC236}">
                  <a16:creationId xmlns:a16="http://schemas.microsoft.com/office/drawing/2014/main" id="{AEAE64AF-BB6B-DFC7-34B0-9B5189FEEDF0}"/>
                </a:ext>
              </a:extLst>
            </p:cNvPr>
            <p:cNvSpPr/>
            <p:nvPr/>
          </p:nvSpPr>
          <p:spPr>
            <a:xfrm>
              <a:off x="5879658" y="210536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8" name="Oval 507">
              <a:extLst>
                <a:ext uri="{FF2B5EF4-FFF2-40B4-BE49-F238E27FC236}">
                  <a16:creationId xmlns:a16="http://schemas.microsoft.com/office/drawing/2014/main" id="{A4AAF7D0-4F6A-DE77-9435-E2A89A45191B}"/>
                </a:ext>
              </a:extLst>
            </p:cNvPr>
            <p:cNvSpPr/>
            <p:nvPr/>
          </p:nvSpPr>
          <p:spPr>
            <a:xfrm>
              <a:off x="5879658" y="228341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9" name="Oval 508">
              <a:extLst>
                <a:ext uri="{FF2B5EF4-FFF2-40B4-BE49-F238E27FC236}">
                  <a16:creationId xmlns:a16="http://schemas.microsoft.com/office/drawing/2014/main" id="{4DCB7612-9231-E059-A3E0-46A431E8D37B}"/>
                </a:ext>
              </a:extLst>
            </p:cNvPr>
            <p:cNvSpPr/>
            <p:nvPr/>
          </p:nvSpPr>
          <p:spPr>
            <a:xfrm>
              <a:off x="5879658" y="246146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0" name="Oval 509">
              <a:extLst>
                <a:ext uri="{FF2B5EF4-FFF2-40B4-BE49-F238E27FC236}">
                  <a16:creationId xmlns:a16="http://schemas.microsoft.com/office/drawing/2014/main" id="{1E72F023-D828-FE50-A5E0-17336692168F}"/>
                </a:ext>
              </a:extLst>
            </p:cNvPr>
            <p:cNvSpPr/>
            <p:nvPr/>
          </p:nvSpPr>
          <p:spPr>
            <a:xfrm>
              <a:off x="5879658" y="263950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1" name="Oval 510">
              <a:extLst>
                <a:ext uri="{FF2B5EF4-FFF2-40B4-BE49-F238E27FC236}">
                  <a16:creationId xmlns:a16="http://schemas.microsoft.com/office/drawing/2014/main" id="{C74AC6EB-5FF6-7A40-A3CA-87090FAC532C}"/>
                </a:ext>
              </a:extLst>
            </p:cNvPr>
            <p:cNvSpPr/>
            <p:nvPr/>
          </p:nvSpPr>
          <p:spPr>
            <a:xfrm>
              <a:off x="5879658" y="281755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2" name="Oval 511">
              <a:extLst>
                <a:ext uri="{FF2B5EF4-FFF2-40B4-BE49-F238E27FC236}">
                  <a16:creationId xmlns:a16="http://schemas.microsoft.com/office/drawing/2014/main" id="{E7EDA90F-D94B-C08C-492D-26B672B090C4}"/>
                </a:ext>
              </a:extLst>
            </p:cNvPr>
            <p:cNvSpPr/>
            <p:nvPr/>
          </p:nvSpPr>
          <p:spPr>
            <a:xfrm>
              <a:off x="5879658" y="299559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3" name="Oval 512">
              <a:extLst>
                <a:ext uri="{FF2B5EF4-FFF2-40B4-BE49-F238E27FC236}">
                  <a16:creationId xmlns:a16="http://schemas.microsoft.com/office/drawing/2014/main" id="{E572D591-5E93-0B97-431D-6C8DA98FC9CC}"/>
                </a:ext>
              </a:extLst>
            </p:cNvPr>
            <p:cNvSpPr/>
            <p:nvPr/>
          </p:nvSpPr>
          <p:spPr>
            <a:xfrm>
              <a:off x="5879658" y="317364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4" name="Oval 513">
              <a:extLst>
                <a:ext uri="{FF2B5EF4-FFF2-40B4-BE49-F238E27FC236}">
                  <a16:creationId xmlns:a16="http://schemas.microsoft.com/office/drawing/2014/main" id="{5D8DA7E9-8DA4-B5C9-DB84-BFE6D553ABFA}"/>
                </a:ext>
              </a:extLst>
            </p:cNvPr>
            <p:cNvSpPr/>
            <p:nvPr/>
          </p:nvSpPr>
          <p:spPr>
            <a:xfrm>
              <a:off x="5879658" y="335169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5" name="Oval 514">
              <a:extLst>
                <a:ext uri="{FF2B5EF4-FFF2-40B4-BE49-F238E27FC236}">
                  <a16:creationId xmlns:a16="http://schemas.microsoft.com/office/drawing/2014/main" id="{7D0FCB91-58F5-0798-A891-392D0F91264B}"/>
                </a:ext>
              </a:extLst>
            </p:cNvPr>
            <p:cNvSpPr/>
            <p:nvPr/>
          </p:nvSpPr>
          <p:spPr>
            <a:xfrm>
              <a:off x="5879658" y="352973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6" name="Oval 515">
              <a:extLst>
                <a:ext uri="{FF2B5EF4-FFF2-40B4-BE49-F238E27FC236}">
                  <a16:creationId xmlns:a16="http://schemas.microsoft.com/office/drawing/2014/main" id="{0727CCCA-3601-76CA-F373-4A5EE29CF42F}"/>
                </a:ext>
              </a:extLst>
            </p:cNvPr>
            <p:cNvSpPr/>
            <p:nvPr/>
          </p:nvSpPr>
          <p:spPr>
            <a:xfrm>
              <a:off x="5879658" y="370778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7" name="Oval 516">
              <a:extLst>
                <a:ext uri="{FF2B5EF4-FFF2-40B4-BE49-F238E27FC236}">
                  <a16:creationId xmlns:a16="http://schemas.microsoft.com/office/drawing/2014/main" id="{8D95D7A2-1CD9-7C2D-D7C1-3EAAD2E4C6B3}"/>
                </a:ext>
              </a:extLst>
            </p:cNvPr>
            <p:cNvSpPr/>
            <p:nvPr/>
          </p:nvSpPr>
          <p:spPr>
            <a:xfrm>
              <a:off x="5879658" y="388582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8" name="Oval 517">
              <a:extLst>
                <a:ext uri="{FF2B5EF4-FFF2-40B4-BE49-F238E27FC236}">
                  <a16:creationId xmlns:a16="http://schemas.microsoft.com/office/drawing/2014/main" id="{37402275-0988-EF26-AABE-6F3E6607197C}"/>
                </a:ext>
              </a:extLst>
            </p:cNvPr>
            <p:cNvSpPr/>
            <p:nvPr/>
          </p:nvSpPr>
          <p:spPr>
            <a:xfrm>
              <a:off x="5879658" y="406387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9" name="Oval 518">
              <a:extLst>
                <a:ext uri="{FF2B5EF4-FFF2-40B4-BE49-F238E27FC236}">
                  <a16:creationId xmlns:a16="http://schemas.microsoft.com/office/drawing/2014/main" id="{390C066D-08EC-F6A9-9415-02C7B7F726D3}"/>
                </a:ext>
              </a:extLst>
            </p:cNvPr>
            <p:cNvSpPr/>
            <p:nvPr/>
          </p:nvSpPr>
          <p:spPr>
            <a:xfrm>
              <a:off x="5879658" y="424192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0" name="Oval 519">
              <a:extLst>
                <a:ext uri="{FF2B5EF4-FFF2-40B4-BE49-F238E27FC236}">
                  <a16:creationId xmlns:a16="http://schemas.microsoft.com/office/drawing/2014/main" id="{44CCA16A-BBA8-0310-EC0A-FE2DDC512C80}"/>
                </a:ext>
              </a:extLst>
            </p:cNvPr>
            <p:cNvSpPr/>
            <p:nvPr/>
          </p:nvSpPr>
          <p:spPr>
            <a:xfrm>
              <a:off x="5879658" y="441996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1" name="Oval 520">
              <a:extLst>
                <a:ext uri="{FF2B5EF4-FFF2-40B4-BE49-F238E27FC236}">
                  <a16:creationId xmlns:a16="http://schemas.microsoft.com/office/drawing/2014/main" id="{B41CA93C-DDD6-ADE6-F405-E21EB36B2045}"/>
                </a:ext>
              </a:extLst>
            </p:cNvPr>
            <p:cNvSpPr/>
            <p:nvPr/>
          </p:nvSpPr>
          <p:spPr>
            <a:xfrm>
              <a:off x="5879658" y="459801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2" name="Oval 521">
              <a:extLst>
                <a:ext uri="{FF2B5EF4-FFF2-40B4-BE49-F238E27FC236}">
                  <a16:creationId xmlns:a16="http://schemas.microsoft.com/office/drawing/2014/main" id="{FCD4B476-F292-1755-E221-1BF092B19421}"/>
                </a:ext>
              </a:extLst>
            </p:cNvPr>
            <p:cNvSpPr/>
            <p:nvPr/>
          </p:nvSpPr>
          <p:spPr>
            <a:xfrm>
              <a:off x="5879658" y="477605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3" name="Oval 522">
              <a:extLst>
                <a:ext uri="{FF2B5EF4-FFF2-40B4-BE49-F238E27FC236}">
                  <a16:creationId xmlns:a16="http://schemas.microsoft.com/office/drawing/2014/main" id="{02962704-898F-4534-3C84-ABD3D35E3EA8}"/>
                </a:ext>
              </a:extLst>
            </p:cNvPr>
            <p:cNvSpPr/>
            <p:nvPr/>
          </p:nvSpPr>
          <p:spPr>
            <a:xfrm>
              <a:off x="5879658" y="495410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4" name="Oval 523">
              <a:extLst>
                <a:ext uri="{FF2B5EF4-FFF2-40B4-BE49-F238E27FC236}">
                  <a16:creationId xmlns:a16="http://schemas.microsoft.com/office/drawing/2014/main" id="{B7E33C04-68FA-221D-11DD-8081FB61A58A}"/>
                </a:ext>
              </a:extLst>
            </p:cNvPr>
            <p:cNvSpPr/>
            <p:nvPr/>
          </p:nvSpPr>
          <p:spPr>
            <a:xfrm>
              <a:off x="5879658" y="513215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5" name="Oval 524">
              <a:extLst>
                <a:ext uri="{FF2B5EF4-FFF2-40B4-BE49-F238E27FC236}">
                  <a16:creationId xmlns:a16="http://schemas.microsoft.com/office/drawing/2014/main" id="{7EBB71D9-EB25-CB4F-DE75-F0410D241157}"/>
                </a:ext>
              </a:extLst>
            </p:cNvPr>
            <p:cNvSpPr/>
            <p:nvPr/>
          </p:nvSpPr>
          <p:spPr>
            <a:xfrm>
              <a:off x="5879658" y="531019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6" name="Oval 525">
              <a:extLst>
                <a:ext uri="{FF2B5EF4-FFF2-40B4-BE49-F238E27FC236}">
                  <a16:creationId xmlns:a16="http://schemas.microsoft.com/office/drawing/2014/main" id="{25BCEEFD-1C43-0441-AF6E-64D590543E6D}"/>
                </a:ext>
              </a:extLst>
            </p:cNvPr>
            <p:cNvSpPr/>
            <p:nvPr/>
          </p:nvSpPr>
          <p:spPr>
            <a:xfrm>
              <a:off x="5879658" y="548823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7" name="Group 526">
            <a:extLst>
              <a:ext uri="{FF2B5EF4-FFF2-40B4-BE49-F238E27FC236}">
                <a16:creationId xmlns:a16="http://schemas.microsoft.com/office/drawing/2014/main" id="{54621B78-E876-E606-D580-D26D13A6083E}"/>
              </a:ext>
            </a:extLst>
          </p:cNvPr>
          <p:cNvGrpSpPr/>
          <p:nvPr/>
        </p:nvGrpSpPr>
        <p:grpSpPr>
          <a:xfrm>
            <a:off x="9293565" y="2083708"/>
            <a:ext cx="279139" cy="3885913"/>
            <a:chOff x="9293565" y="2083708"/>
            <a:chExt cx="279139" cy="3885913"/>
          </a:xfrm>
        </p:grpSpPr>
        <p:sp>
          <p:nvSpPr>
            <p:cNvPr id="528" name="Oval 527">
              <a:extLst>
                <a:ext uri="{FF2B5EF4-FFF2-40B4-BE49-F238E27FC236}">
                  <a16:creationId xmlns:a16="http://schemas.microsoft.com/office/drawing/2014/main" id="{4B60D9C4-E957-1B43-78BA-F20584570ABD}"/>
                </a:ext>
              </a:extLst>
            </p:cNvPr>
            <p:cNvSpPr/>
            <p:nvPr/>
          </p:nvSpPr>
          <p:spPr>
            <a:xfrm>
              <a:off x="9293565" y="208370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9" name="Oval 528">
              <a:extLst>
                <a:ext uri="{FF2B5EF4-FFF2-40B4-BE49-F238E27FC236}">
                  <a16:creationId xmlns:a16="http://schemas.microsoft.com/office/drawing/2014/main" id="{31A3C82D-2345-7F0B-5840-EE3998B64B74}"/>
                </a:ext>
              </a:extLst>
            </p:cNvPr>
            <p:cNvSpPr/>
            <p:nvPr/>
          </p:nvSpPr>
          <p:spPr>
            <a:xfrm>
              <a:off x="9293565" y="2484461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0" name="Oval 529">
              <a:extLst>
                <a:ext uri="{FF2B5EF4-FFF2-40B4-BE49-F238E27FC236}">
                  <a16:creationId xmlns:a16="http://schemas.microsoft.com/office/drawing/2014/main" id="{639D0A87-80C4-1B30-8F38-A599336FBB9C}"/>
                </a:ext>
              </a:extLst>
            </p:cNvPr>
            <p:cNvSpPr/>
            <p:nvPr/>
          </p:nvSpPr>
          <p:spPr>
            <a:xfrm>
              <a:off x="9293565" y="288521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1" name="Oval 530">
              <a:extLst>
                <a:ext uri="{FF2B5EF4-FFF2-40B4-BE49-F238E27FC236}">
                  <a16:creationId xmlns:a16="http://schemas.microsoft.com/office/drawing/2014/main" id="{F1CE6A32-4916-8ACC-B4BD-53A5E3511306}"/>
                </a:ext>
              </a:extLst>
            </p:cNvPr>
            <p:cNvSpPr/>
            <p:nvPr/>
          </p:nvSpPr>
          <p:spPr>
            <a:xfrm>
              <a:off x="9293565" y="3285967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2" name="Oval 531">
              <a:extLst>
                <a:ext uri="{FF2B5EF4-FFF2-40B4-BE49-F238E27FC236}">
                  <a16:creationId xmlns:a16="http://schemas.microsoft.com/office/drawing/2014/main" id="{1FE8795B-8BEF-90AF-37B4-1364EA2399FF}"/>
                </a:ext>
              </a:extLst>
            </p:cNvPr>
            <p:cNvSpPr/>
            <p:nvPr/>
          </p:nvSpPr>
          <p:spPr>
            <a:xfrm>
              <a:off x="9293565" y="368672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3" name="Oval 532">
              <a:extLst>
                <a:ext uri="{FF2B5EF4-FFF2-40B4-BE49-F238E27FC236}">
                  <a16:creationId xmlns:a16="http://schemas.microsoft.com/office/drawing/2014/main" id="{26E2403B-9D68-F7CD-AF7F-A77FD0B8699C}"/>
                </a:ext>
              </a:extLst>
            </p:cNvPr>
            <p:cNvSpPr/>
            <p:nvPr/>
          </p:nvSpPr>
          <p:spPr>
            <a:xfrm>
              <a:off x="9293565" y="4087473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4" name="Oval 533">
              <a:extLst>
                <a:ext uri="{FF2B5EF4-FFF2-40B4-BE49-F238E27FC236}">
                  <a16:creationId xmlns:a16="http://schemas.microsoft.com/office/drawing/2014/main" id="{9DAFCEAB-B1E3-C7C4-3A91-1457F07A5031}"/>
                </a:ext>
              </a:extLst>
            </p:cNvPr>
            <p:cNvSpPr/>
            <p:nvPr/>
          </p:nvSpPr>
          <p:spPr>
            <a:xfrm>
              <a:off x="9293565" y="448822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5" name="Oval 534">
              <a:extLst>
                <a:ext uri="{FF2B5EF4-FFF2-40B4-BE49-F238E27FC236}">
                  <a16:creationId xmlns:a16="http://schemas.microsoft.com/office/drawing/2014/main" id="{62A87185-60E7-9036-383A-AC8931005F8F}"/>
                </a:ext>
              </a:extLst>
            </p:cNvPr>
            <p:cNvSpPr/>
            <p:nvPr/>
          </p:nvSpPr>
          <p:spPr>
            <a:xfrm>
              <a:off x="9293565" y="4888979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6" name="Oval 535">
              <a:extLst>
                <a:ext uri="{FF2B5EF4-FFF2-40B4-BE49-F238E27FC236}">
                  <a16:creationId xmlns:a16="http://schemas.microsoft.com/office/drawing/2014/main" id="{DF33DD02-AF16-F91F-02E7-2FF523E9DA21}"/>
                </a:ext>
              </a:extLst>
            </p:cNvPr>
            <p:cNvSpPr/>
            <p:nvPr/>
          </p:nvSpPr>
          <p:spPr>
            <a:xfrm>
              <a:off x="9293565" y="528973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7" name="Oval 536">
              <a:extLst>
                <a:ext uri="{FF2B5EF4-FFF2-40B4-BE49-F238E27FC236}">
                  <a16:creationId xmlns:a16="http://schemas.microsoft.com/office/drawing/2014/main" id="{BFB2D972-29A2-F043-B825-BDC17E1B319D}"/>
                </a:ext>
              </a:extLst>
            </p:cNvPr>
            <p:cNvSpPr/>
            <p:nvPr/>
          </p:nvSpPr>
          <p:spPr>
            <a:xfrm>
              <a:off x="9293565" y="569048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8" name="Group 537">
            <a:extLst>
              <a:ext uri="{FF2B5EF4-FFF2-40B4-BE49-F238E27FC236}">
                <a16:creationId xmlns:a16="http://schemas.microsoft.com/office/drawing/2014/main" id="{B7AAD943-4007-A6AC-E85E-4315E9428DA8}"/>
              </a:ext>
            </a:extLst>
          </p:cNvPr>
          <p:cNvGrpSpPr/>
          <p:nvPr/>
        </p:nvGrpSpPr>
        <p:grpSpPr>
          <a:xfrm>
            <a:off x="2622435" y="2093104"/>
            <a:ext cx="279139" cy="3885913"/>
            <a:chOff x="2622435" y="2093104"/>
            <a:chExt cx="279139" cy="3885913"/>
          </a:xfrm>
        </p:grpSpPr>
        <p:sp>
          <p:nvSpPr>
            <p:cNvPr id="539" name="Oval 538">
              <a:extLst>
                <a:ext uri="{FF2B5EF4-FFF2-40B4-BE49-F238E27FC236}">
                  <a16:creationId xmlns:a16="http://schemas.microsoft.com/office/drawing/2014/main" id="{34818D8B-D575-0232-7142-2814A615AC8D}"/>
                </a:ext>
              </a:extLst>
            </p:cNvPr>
            <p:cNvSpPr/>
            <p:nvPr/>
          </p:nvSpPr>
          <p:spPr>
            <a:xfrm flipH="1">
              <a:off x="2622435" y="209310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0" name="Oval 539">
              <a:extLst>
                <a:ext uri="{FF2B5EF4-FFF2-40B4-BE49-F238E27FC236}">
                  <a16:creationId xmlns:a16="http://schemas.microsoft.com/office/drawing/2014/main" id="{A87AC4CE-5079-0718-1495-F24A3A6F65CC}"/>
                </a:ext>
              </a:extLst>
            </p:cNvPr>
            <p:cNvSpPr/>
            <p:nvPr/>
          </p:nvSpPr>
          <p:spPr>
            <a:xfrm flipH="1">
              <a:off x="2622435" y="2493857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1" name="Oval 540">
              <a:extLst>
                <a:ext uri="{FF2B5EF4-FFF2-40B4-BE49-F238E27FC236}">
                  <a16:creationId xmlns:a16="http://schemas.microsoft.com/office/drawing/2014/main" id="{D3025CFF-725F-D5C9-ED49-8B10A9BF1458}"/>
                </a:ext>
              </a:extLst>
            </p:cNvPr>
            <p:cNvSpPr/>
            <p:nvPr/>
          </p:nvSpPr>
          <p:spPr>
            <a:xfrm flipH="1">
              <a:off x="2622435" y="289461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2" name="Oval 541">
              <a:extLst>
                <a:ext uri="{FF2B5EF4-FFF2-40B4-BE49-F238E27FC236}">
                  <a16:creationId xmlns:a16="http://schemas.microsoft.com/office/drawing/2014/main" id="{15B55F51-4DE2-E719-B8A7-E6238481E63F}"/>
                </a:ext>
              </a:extLst>
            </p:cNvPr>
            <p:cNvSpPr/>
            <p:nvPr/>
          </p:nvSpPr>
          <p:spPr>
            <a:xfrm flipH="1">
              <a:off x="2622435" y="3295363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3" name="Oval 542">
              <a:extLst>
                <a:ext uri="{FF2B5EF4-FFF2-40B4-BE49-F238E27FC236}">
                  <a16:creationId xmlns:a16="http://schemas.microsoft.com/office/drawing/2014/main" id="{D434B110-4766-A824-3748-C20DA1E3BC36}"/>
                </a:ext>
              </a:extLst>
            </p:cNvPr>
            <p:cNvSpPr/>
            <p:nvPr/>
          </p:nvSpPr>
          <p:spPr>
            <a:xfrm flipH="1">
              <a:off x="2622435" y="369611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4" name="Oval 543">
              <a:extLst>
                <a:ext uri="{FF2B5EF4-FFF2-40B4-BE49-F238E27FC236}">
                  <a16:creationId xmlns:a16="http://schemas.microsoft.com/office/drawing/2014/main" id="{2E553AAD-E9CA-66C9-D98A-F9772540B501}"/>
                </a:ext>
              </a:extLst>
            </p:cNvPr>
            <p:cNvSpPr/>
            <p:nvPr/>
          </p:nvSpPr>
          <p:spPr>
            <a:xfrm flipH="1">
              <a:off x="2622435" y="4096869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5" name="Oval 544">
              <a:extLst>
                <a:ext uri="{FF2B5EF4-FFF2-40B4-BE49-F238E27FC236}">
                  <a16:creationId xmlns:a16="http://schemas.microsoft.com/office/drawing/2014/main" id="{B7A225B8-F606-7829-21E8-111A3C8DAF0C}"/>
                </a:ext>
              </a:extLst>
            </p:cNvPr>
            <p:cNvSpPr/>
            <p:nvPr/>
          </p:nvSpPr>
          <p:spPr>
            <a:xfrm flipH="1">
              <a:off x="2622435" y="449762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6" name="Oval 545">
              <a:extLst>
                <a:ext uri="{FF2B5EF4-FFF2-40B4-BE49-F238E27FC236}">
                  <a16:creationId xmlns:a16="http://schemas.microsoft.com/office/drawing/2014/main" id="{1F2B5A6C-35C8-7BDF-9F20-2BA9BD8A5BE4}"/>
                </a:ext>
              </a:extLst>
            </p:cNvPr>
            <p:cNvSpPr/>
            <p:nvPr/>
          </p:nvSpPr>
          <p:spPr>
            <a:xfrm flipH="1">
              <a:off x="2622435" y="4898375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7" name="Oval 546">
              <a:extLst>
                <a:ext uri="{FF2B5EF4-FFF2-40B4-BE49-F238E27FC236}">
                  <a16:creationId xmlns:a16="http://schemas.microsoft.com/office/drawing/2014/main" id="{BA777530-D493-A14A-0250-D0C2E79D3FDA}"/>
                </a:ext>
              </a:extLst>
            </p:cNvPr>
            <p:cNvSpPr/>
            <p:nvPr/>
          </p:nvSpPr>
          <p:spPr>
            <a:xfrm flipH="1">
              <a:off x="2622435" y="529912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8" name="Oval 547">
              <a:extLst>
                <a:ext uri="{FF2B5EF4-FFF2-40B4-BE49-F238E27FC236}">
                  <a16:creationId xmlns:a16="http://schemas.microsoft.com/office/drawing/2014/main" id="{F7166F63-78B2-88A2-D3EB-BB1228D6F13F}"/>
                </a:ext>
              </a:extLst>
            </p:cNvPr>
            <p:cNvSpPr/>
            <p:nvPr/>
          </p:nvSpPr>
          <p:spPr>
            <a:xfrm flipH="1">
              <a:off x="2622435" y="569987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9" name="TextBox 548">
                <a:extLst>
                  <a:ext uri="{FF2B5EF4-FFF2-40B4-BE49-F238E27FC236}">
                    <a16:creationId xmlns:a16="http://schemas.microsoft.com/office/drawing/2014/main" id="{3FE1C124-CF09-A734-3CA0-32D8C798F27D}"/>
                  </a:ext>
                </a:extLst>
              </p:cNvPr>
              <p:cNvSpPr txBox="1"/>
              <p:nvPr/>
            </p:nvSpPr>
            <p:spPr>
              <a:xfrm>
                <a:off x="1533678" y="3858744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49" name="TextBox 548">
                <a:extLst>
                  <a:ext uri="{FF2B5EF4-FFF2-40B4-BE49-F238E27FC236}">
                    <a16:creationId xmlns:a16="http://schemas.microsoft.com/office/drawing/2014/main" id="{3FE1C124-CF09-A734-3CA0-32D8C798F2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3678" y="3858744"/>
                <a:ext cx="36798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0" name="TextBox 549">
                <a:extLst>
                  <a:ext uri="{FF2B5EF4-FFF2-40B4-BE49-F238E27FC236}">
                    <a16:creationId xmlns:a16="http://schemas.microsoft.com/office/drawing/2014/main" id="{1432F3E5-029C-6E11-B0B5-1D607D2EBBC0}"/>
                  </a:ext>
                </a:extLst>
              </p:cNvPr>
              <p:cNvSpPr txBox="1"/>
              <p:nvPr/>
            </p:nvSpPr>
            <p:spPr>
              <a:xfrm flipH="1">
                <a:off x="10658322" y="3826289"/>
                <a:ext cx="371384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50" name="TextBox 549">
                <a:extLst>
                  <a:ext uri="{FF2B5EF4-FFF2-40B4-BE49-F238E27FC236}">
                    <a16:creationId xmlns:a16="http://schemas.microsoft.com/office/drawing/2014/main" id="{1432F3E5-029C-6E11-B0B5-1D607D2EBB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658322" y="3826289"/>
                <a:ext cx="371384" cy="369332"/>
              </a:xfrm>
              <a:prstGeom prst="rect">
                <a:avLst/>
              </a:prstGeom>
              <a:blipFill>
                <a:blip r:embed="rId3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1" name="Title 550">
            <a:extLst>
              <a:ext uri="{FF2B5EF4-FFF2-40B4-BE49-F238E27FC236}">
                <a16:creationId xmlns:a16="http://schemas.microsoft.com/office/drawing/2014/main" id="{03573E98-6196-2767-244C-55B20A973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complexity: width &amp; depth</a:t>
            </a:r>
          </a:p>
        </p:txBody>
      </p:sp>
    </p:spTree>
    <p:extLst>
      <p:ext uri="{BB962C8B-B14F-4D97-AF65-F5344CB8AC3E}">
        <p14:creationId xmlns:p14="http://schemas.microsoft.com/office/powerpoint/2010/main" val="634348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5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0"/>
                            </p:stCondLst>
                            <p:childTnLst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5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5"/>
                            </p:stCondLst>
                            <p:childTnLst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60"/>
                            </p:stCondLst>
                            <p:childTnLst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5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75"/>
                            </p:stCondLst>
                            <p:childTnLst>
                              <p:par>
                                <p:cTn id="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5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90"/>
                            </p:stCondLst>
                            <p:childTnLst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5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105"/>
                            </p:stCondLst>
                            <p:childTnLst>
                              <p:par>
                                <p:cTn id="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5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20"/>
                            </p:stCondLst>
                            <p:childTnLst>
                              <p:par>
                                <p:cTn id="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5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35"/>
                            </p:stCondLst>
                            <p:childTnLst>
                              <p:par>
                                <p:cTn id="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5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50"/>
                            </p:stCondLst>
                            <p:childTnLst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5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65"/>
                            </p:stCondLst>
                            <p:childTnLst>
                              <p:par>
                                <p:cTn id="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5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180"/>
                            </p:stCondLst>
                            <p:childTnLst>
                              <p:par>
                                <p:cTn id="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15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5"/>
                            </p:stCondLst>
                            <p:childTnLst>
                              <p:par>
                                <p:cTn id="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15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210"/>
                            </p:stCondLst>
                            <p:childTnLst>
                              <p:par>
                                <p:cTn id="1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15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225"/>
                            </p:stCondLst>
                            <p:childTnLst>
                              <p:par>
                                <p:cTn id="1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15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240"/>
                            </p:stCondLst>
                            <p:childTnLst>
                              <p:par>
                                <p:cTn id="1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15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255"/>
                            </p:stCondLst>
                            <p:childTnLst>
                              <p:par>
                                <p:cTn id="1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15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70"/>
                            </p:stCondLst>
                            <p:childTnLst>
                              <p:par>
                                <p:cTn id="1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15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285"/>
                            </p:stCondLst>
                            <p:childTnLst>
                              <p:par>
                                <p:cTn id="1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15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300"/>
                            </p:stCondLst>
                            <p:childTnLst>
                              <p:par>
                                <p:cTn id="1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15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315"/>
                            </p:stCondLst>
                            <p:childTnLst>
                              <p:par>
                                <p:cTn id="1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15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" fill="hold">
                            <p:stCondLst>
                              <p:cond delay="330"/>
                            </p:stCondLst>
                            <p:childTnLst>
                              <p:par>
                                <p:cTn id="1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15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345"/>
                            </p:stCondLst>
                            <p:childTnLst>
                              <p:par>
                                <p:cTn id="1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15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1" fill="hold">
                            <p:stCondLst>
                              <p:cond delay="360"/>
                            </p:stCondLst>
                            <p:childTnLst>
                              <p:par>
                                <p:cTn id="1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15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375"/>
                            </p:stCondLst>
                            <p:childTnLst>
                              <p:par>
                                <p:cTn id="1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15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390"/>
                            </p:stCondLst>
                            <p:childTnLst>
                              <p:par>
                                <p:cTn id="1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15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405"/>
                            </p:stCondLst>
                            <p:childTnLst>
                              <p:par>
                                <p:cTn id="1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15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420"/>
                            </p:stCondLst>
                            <p:childTnLst>
                              <p:par>
                                <p:cTn id="1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15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435"/>
                            </p:stCondLst>
                            <p:childTnLst>
                              <p:par>
                                <p:cTn id="1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15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5" fill="hold">
                            <p:stCondLst>
                              <p:cond delay="450"/>
                            </p:stCondLst>
                            <p:childTnLst>
                              <p:par>
                                <p:cTn id="1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15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9" fill="hold">
                            <p:stCondLst>
                              <p:cond delay="465"/>
                            </p:stCondLst>
                            <p:childTnLst>
                              <p:par>
                                <p:cTn id="1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15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3" fill="hold">
                            <p:stCondLst>
                              <p:cond delay="480"/>
                            </p:stCondLst>
                            <p:childTnLst>
                              <p:par>
                                <p:cTn id="1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15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495"/>
                            </p:stCondLst>
                            <p:childTnLst>
                              <p:par>
                                <p:cTn id="1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15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1" fill="hold">
                            <p:stCondLst>
                              <p:cond delay="510"/>
                            </p:stCondLst>
                            <p:childTnLst>
                              <p:par>
                                <p:cTn id="1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15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5" fill="hold">
                            <p:stCondLst>
                              <p:cond delay="525"/>
                            </p:stCondLst>
                            <p:childTnLst>
                              <p:par>
                                <p:cTn id="1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15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" fill="hold">
                            <p:stCondLst>
                              <p:cond delay="540"/>
                            </p:stCondLst>
                            <p:childTnLst>
                              <p:par>
                                <p:cTn id="1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15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555"/>
                            </p:stCondLst>
                            <p:childTnLst>
                              <p:par>
                                <p:cTn id="1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15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570"/>
                            </p:stCondLst>
                            <p:childTnLst>
                              <p:par>
                                <p:cTn id="1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15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585"/>
                            </p:stCondLst>
                            <p:childTnLst>
                              <p:par>
                                <p:cTn id="2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15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5" fill="hold">
                            <p:stCondLst>
                              <p:cond delay="600"/>
                            </p:stCondLst>
                            <p:childTnLst>
                              <p:par>
                                <p:cTn id="2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15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9" fill="hold">
                            <p:stCondLst>
                              <p:cond delay="615"/>
                            </p:stCondLst>
                            <p:childTnLst>
                              <p:par>
                                <p:cTn id="2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15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3" fill="hold">
                            <p:stCondLst>
                              <p:cond delay="630"/>
                            </p:stCondLst>
                            <p:childTnLst>
                              <p:par>
                                <p:cTn id="2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15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645"/>
                            </p:stCondLst>
                            <p:childTnLst>
                              <p:par>
                                <p:cTn id="2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15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1" fill="hold">
                            <p:stCondLst>
                              <p:cond delay="660"/>
                            </p:stCondLst>
                            <p:childTnLst>
                              <p:par>
                                <p:cTn id="2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15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5" fill="hold">
                            <p:stCondLst>
                              <p:cond delay="675"/>
                            </p:stCondLst>
                            <p:childTnLst>
                              <p:par>
                                <p:cTn id="2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15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9" fill="hold">
                            <p:stCondLst>
                              <p:cond delay="690"/>
                            </p:stCondLst>
                            <p:childTnLst>
                              <p:par>
                                <p:cTn id="2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15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3" fill="hold">
                            <p:stCondLst>
                              <p:cond delay="705"/>
                            </p:stCondLst>
                            <p:childTnLst>
                              <p:par>
                                <p:cTn id="2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15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7" fill="hold">
                            <p:stCondLst>
                              <p:cond delay="720"/>
                            </p:stCondLst>
                            <p:childTnLst>
                              <p:par>
                                <p:cTn id="2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0" dur="15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1" fill="hold">
                            <p:stCondLst>
                              <p:cond delay="735"/>
                            </p:stCondLst>
                            <p:childTnLst>
                              <p:par>
                                <p:cTn id="2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15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5" fill="hold">
                            <p:stCondLst>
                              <p:cond delay="750"/>
                            </p:stCondLst>
                            <p:childTnLst>
                              <p:par>
                                <p:cTn id="2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15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9" fill="hold">
                            <p:stCondLst>
                              <p:cond delay="765"/>
                            </p:stCondLst>
                            <p:childTnLst>
                              <p:par>
                                <p:cTn id="2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15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3" fill="hold">
                            <p:stCondLst>
                              <p:cond delay="780"/>
                            </p:stCondLst>
                            <p:childTnLst>
                              <p:par>
                                <p:cTn id="2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6" dur="15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7" fill="hold">
                            <p:stCondLst>
                              <p:cond delay="795"/>
                            </p:stCondLst>
                            <p:childTnLst>
                              <p:par>
                                <p:cTn id="2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15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1" fill="hold">
                            <p:stCondLst>
                              <p:cond delay="810"/>
                            </p:stCondLst>
                            <p:childTnLst>
                              <p:par>
                                <p:cTn id="2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15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5" fill="hold">
                            <p:stCondLst>
                              <p:cond delay="825"/>
                            </p:stCondLst>
                            <p:childTnLst>
                              <p:par>
                                <p:cTn id="2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8" dur="15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9" fill="hold">
                            <p:stCondLst>
                              <p:cond delay="840"/>
                            </p:stCondLst>
                            <p:childTnLst>
                              <p:par>
                                <p:cTn id="2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15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3" fill="hold">
                            <p:stCondLst>
                              <p:cond delay="855"/>
                            </p:stCondLst>
                            <p:childTnLst>
                              <p:par>
                                <p:cTn id="2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6" dur="15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7" fill="hold">
                            <p:stCondLst>
                              <p:cond delay="870"/>
                            </p:stCondLst>
                            <p:childTnLst>
                              <p:par>
                                <p:cTn id="2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0" dur="15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1" fill="hold">
                            <p:stCondLst>
                              <p:cond delay="885"/>
                            </p:stCondLst>
                            <p:childTnLst>
                              <p:par>
                                <p:cTn id="2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15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5" fill="hold">
                            <p:stCondLst>
                              <p:cond delay="900"/>
                            </p:stCondLst>
                            <p:childTnLst>
                              <p:par>
                                <p:cTn id="2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8" dur="15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9" fill="hold">
                            <p:stCondLst>
                              <p:cond delay="915"/>
                            </p:stCondLst>
                            <p:childTnLst>
                              <p:par>
                                <p:cTn id="2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2" dur="15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3" fill="hold">
                            <p:stCondLst>
                              <p:cond delay="930"/>
                            </p:stCondLst>
                            <p:childTnLst>
                              <p:par>
                                <p:cTn id="2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15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7" fill="hold">
                            <p:stCondLst>
                              <p:cond delay="945"/>
                            </p:stCondLst>
                            <p:childTnLst>
                              <p:par>
                                <p:cTn id="2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0" dur="15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1" fill="hold">
                            <p:stCondLst>
                              <p:cond delay="960"/>
                            </p:stCondLst>
                            <p:childTnLst>
                              <p:par>
                                <p:cTn id="3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4" dur="15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5" fill="hold">
                            <p:stCondLst>
                              <p:cond delay="975"/>
                            </p:stCondLst>
                            <p:childTnLst>
                              <p:par>
                                <p:cTn id="3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15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9" fill="hold">
                            <p:stCondLst>
                              <p:cond delay="990"/>
                            </p:stCondLst>
                            <p:childTnLst>
                              <p:par>
                                <p:cTn id="3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2" dur="15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3" fill="hold">
                            <p:stCondLst>
                              <p:cond delay="1005"/>
                            </p:stCondLst>
                            <p:childTnLst>
                              <p:par>
                                <p:cTn id="3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6" dur="15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7" fill="hold">
                            <p:stCondLst>
                              <p:cond delay="1020"/>
                            </p:stCondLst>
                            <p:childTnLst>
                              <p:par>
                                <p:cTn id="3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15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1" fill="hold">
                            <p:stCondLst>
                              <p:cond delay="1035"/>
                            </p:stCondLst>
                            <p:childTnLst>
                              <p:par>
                                <p:cTn id="3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4" dur="15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5" fill="hold">
                            <p:stCondLst>
                              <p:cond delay="1050"/>
                            </p:stCondLst>
                            <p:childTnLst>
                              <p:par>
                                <p:cTn id="3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8" dur="15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9" fill="hold">
                            <p:stCondLst>
                              <p:cond delay="1065"/>
                            </p:stCondLst>
                            <p:childTnLst>
                              <p:par>
                                <p:cTn id="3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2" dur="15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3" fill="hold">
                            <p:stCondLst>
                              <p:cond delay="1080"/>
                            </p:stCondLst>
                            <p:childTnLst>
                              <p:par>
                                <p:cTn id="3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6" dur="15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7" fill="hold">
                            <p:stCondLst>
                              <p:cond delay="1095"/>
                            </p:stCondLst>
                            <p:childTnLst>
                              <p:par>
                                <p:cTn id="3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0" dur="15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1" fill="hold">
                            <p:stCondLst>
                              <p:cond delay="1110"/>
                            </p:stCondLst>
                            <p:childTnLst>
                              <p:par>
                                <p:cTn id="3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4" dur="15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5" fill="hold">
                            <p:stCondLst>
                              <p:cond delay="1125"/>
                            </p:stCondLst>
                            <p:childTnLst>
                              <p:par>
                                <p:cTn id="3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8" dur="15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9" fill="hold">
                            <p:stCondLst>
                              <p:cond delay="1140"/>
                            </p:stCondLst>
                            <p:childTnLst>
                              <p:par>
                                <p:cTn id="3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2" dur="15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3" fill="hold">
                            <p:stCondLst>
                              <p:cond delay="1155"/>
                            </p:stCondLst>
                            <p:childTnLst>
                              <p:par>
                                <p:cTn id="3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6" dur="15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7" fill="hold">
                            <p:stCondLst>
                              <p:cond delay="1170"/>
                            </p:stCondLst>
                            <p:childTnLst>
                              <p:par>
                                <p:cTn id="3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0" dur="15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1" fill="hold">
                            <p:stCondLst>
                              <p:cond delay="1185"/>
                            </p:stCondLst>
                            <p:childTnLst>
                              <p:par>
                                <p:cTn id="3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4" dur="15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5" fill="hold">
                            <p:stCondLst>
                              <p:cond delay="1200"/>
                            </p:stCondLst>
                            <p:childTnLst>
                              <p:par>
                                <p:cTn id="3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8" dur="15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9" fill="hold">
                            <p:stCondLst>
                              <p:cond delay="1215"/>
                            </p:stCondLst>
                            <p:childTnLst>
                              <p:par>
                                <p:cTn id="3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15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3" fill="hold">
                            <p:stCondLst>
                              <p:cond delay="1230"/>
                            </p:stCondLst>
                            <p:childTnLst>
                              <p:par>
                                <p:cTn id="3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6" dur="15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7" fill="hold">
                            <p:stCondLst>
                              <p:cond delay="1245"/>
                            </p:stCondLst>
                            <p:childTnLst>
                              <p:par>
                                <p:cTn id="3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0" dur="15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1" fill="hold">
                            <p:stCondLst>
                              <p:cond delay="1260"/>
                            </p:stCondLst>
                            <p:childTnLst>
                              <p:par>
                                <p:cTn id="3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4" dur="15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5" fill="hold">
                            <p:stCondLst>
                              <p:cond delay="1275"/>
                            </p:stCondLst>
                            <p:childTnLst>
                              <p:par>
                                <p:cTn id="3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8" dur="15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9" fill="hold">
                            <p:stCondLst>
                              <p:cond delay="1290"/>
                            </p:stCondLst>
                            <p:childTnLst>
                              <p:par>
                                <p:cTn id="3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2" dur="15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3" fill="hold">
                            <p:stCondLst>
                              <p:cond delay="1305"/>
                            </p:stCondLst>
                            <p:childTnLst>
                              <p:par>
                                <p:cTn id="3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6" dur="15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7" fill="hold">
                            <p:stCondLst>
                              <p:cond delay="1320"/>
                            </p:stCondLst>
                            <p:childTnLst>
                              <p:par>
                                <p:cTn id="3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0" dur="15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1" fill="hold">
                            <p:stCondLst>
                              <p:cond delay="1335"/>
                            </p:stCondLst>
                            <p:childTnLst>
                              <p:par>
                                <p:cTn id="4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4" dur="15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5" fill="hold">
                            <p:stCondLst>
                              <p:cond delay="1350"/>
                            </p:stCondLst>
                            <p:childTnLst>
                              <p:par>
                                <p:cTn id="4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8" dur="15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9" fill="hold">
                            <p:stCondLst>
                              <p:cond delay="1365"/>
                            </p:stCondLst>
                            <p:childTnLst>
                              <p:par>
                                <p:cTn id="4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2" dur="15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3" fill="hold">
                            <p:stCondLst>
                              <p:cond delay="1380"/>
                            </p:stCondLst>
                            <p:childTnLst>
                              <p:par>
                                <p:cTn id="4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6" dur="15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7" fill="hold">
                            <p:stCondLst>
                              <p:cond delay="1395"/>
                            </p:stCondLst>
                            <p:childTnLst>
                              <p:par>
                                <p:cTn id="4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0" dur="15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1" fill="hold">
                            <p:stCondLst>
                              <p:cond delay="1410"/>
                            </p:stCondLst>
                            <p:childTnLst>
                              <p:par>
                                <p:cTn id="4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4" dur="15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5" fill="hold">
                            <p:stCondLst>
                              <p:cond delay="1425"/>
                            </p:stCondLst>
                            <p:childTnLst>
                              <p:par>
                                <p:cTn id="4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8" dur="15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9" fill="hold">
                            <p:stCondLst>
                              <p:cond delay="1440"/>
                            </p:stCondLst>
                            <p:childTnLst>
                              <p:par>
                                <p:cTn id="4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2" dur="15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3" fill="hold">
                            <p:stCondLst>
                              <p:cond delay="1455"/>
                            </p:stCondLst>
                            <p:childTnLst>
                              <p:par>
                                <p:cTn id="4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6" dur="15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7" fill="hold">
                            <p:stCondLst>
                              <p:cond delay="1470"/>
                            </p:stCondLst>
                            <p:childTnLst>
                              <p:par>
                                <p:cTn id="4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0" dur="15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1" fill="hold">
                            <p:stCondLst>
                              <p:cond delay="1485"/>
                            </p:stCondLst>
                            <p:childTnLst>
                              <p:par>
                                <p:cTn id="4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4" dur="15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8" dur="15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9" fill="hold">
                            <p:stCondLst>
                              <p:cond delay="1515"/>
                            </p:stCondLst>
                            <p:childTnLst>
                              <p:par>
                                <p:cTn id="4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2" dur="15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3" fill="hold">
                            <p:stCondLst>
                              <p:cond delay="1530"/>
                            </p:stCondLst>
                            <p:childTnLst>
                              <p:par>
                                <p:cTn id="4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6" dur="15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7" fill="hold">
                            <p:stCondLst>
                              <p:cond delay="1545"/>
                            </p:stCondLst>
                            <p:childTnLst>
                              <p:par>
                                <p:cTn id="4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0" dur="15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1" fill="hold">
                            <p:stCondLst>
                              <p:cond delay="1560"/>
                            </p:stCondLst>
                            <p:childTnLst>
                              <p:par>
                                <p:cTn id="4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4" dur="15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5" fill="hold">
                            <p:stCondLst>
                              <p:cond delay="1575"/>
                            </p:stCondLst>
                            <p:childTnLst>
                              <p:par>
                                <p:cTn id="4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8" dur="15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9" fill="hold">
                            <p:stCondLst>
                              <p:cond delay="1590"/>
                            </p:stCondLst>
                            <p:childTnLst>
                              <p:par>
                                <p:cTn id="4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2" dur="15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3" fill="hold">
                            <p:stCondLst>
                              <p:cond delay="1605"/>
                            </p:stCondLst>
                            <p:childTnLst>
                              <p:par>
                                <p:cTn id="4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6" dur="15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7" fill="hold">
                            <p:stCondLst>
                              <p:cond delay="1620"/>
                            </p:stCondLst>
                            <p:childTnLst>
                              <p:par>
                                <p:cTn id="4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0" dur="15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1" fill="hold">
                            <p:stCondLst>
                              <p:cond delay="1635"/>
                            </p:stCondLst>
                            <p:childTnLst>
                              <p:par>
                                <p:cTn id="4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4" dur="15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5" fill="hold">
                            <p:stCondLst>
                              <p:cond delay="1650"/>
                            </p:stCondLst>
                            <p:childTnLst>
                              <p:par>
                                <p:cTn id="4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8" dur="15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9" fill="hold">
                            <p:stCondLst>
                              <p:cond delay="1665"/>
                            </p:stCondLst>
                            <p:childTnLst>
                              <p:par>
                                <p:cTn id="4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2" dur="15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3" fill="hold">
                            <p:stCondLst>
                              <p:cond delay="1680"/>
                            </p:stCondLst>
                            <p:childTnLst>
                              <p:par>
                                <p:cTn id="4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6" dur="15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7" fill="hold">
                            <p:stCondLst>
                              <p:cond delay="1695"/>
                            </p:stCondLst>
                            <p:childTnLst>
                              <p:par>
                                <p:cTn id="4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0" dur="15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1" fill="hold">
                            <p:stCondLst>
                              <p:cond delay="1710"/>
                            </p:stCondLst>
                            <p:childTnLst>
                              <p:par>
                                <p:cTn id="5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4" dur="15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5" fill="hold">
                            <p:stCondLst>
                              <p:cond delay="1725"/>
                            </p:stCondLst>
                            <p:childTnLst>
                              <p:par>
                                <p:cTn id="5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8" dur="15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9" fill="hold">
                            <p:stCondLst>
                              <p:cond delay="1740"/>
                            </p:stCondLst>
                            <p:childTnLst>
                              <p:par>
                                <p:cTn id="5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2" dur="15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3" fill="hold">
                            <p:stCondLst>
                              <p:cond delay="1755"/>
                            </p:stCondLst>
                            <p:childTnLst>
                              <p:par>
                                <p:cTn id="5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6" dur="15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7" fill="hold">
                            <p:stCondLst>
                              <p:cond delay="1770"/>
                            </p:stCondLst>
                            <p:childTnLst>
                              <p:par>
                                <p:cTn id="5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0" dur="15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1" fill="hold">
                            <p:stCondLst>
                              <p:cond delay="1785"/>
                            </p:stCondLst>
                            <p:childTnLst>
                              <p:par>
                                <p:cTn id="5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4" dur="15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5" fill="hold">
                            <p:stCondLst>
                              <p:cond delay="1800"/>
                            </p:stCondLst>
                            <p:childTnLst>
                              <p:par>
                                <p:cTn id="5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8" dur="15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9" fill="hold">
                            <p:stCondLst>
                              <p:cond delay="1815"/>
                            </p:stCondLst>
                            <p:childTnLst>
                              <p:par>
                                <p:cTn id="5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2" dur="15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3" fill="hold">
                            <p:stCondLst>
                              <p:cond delay="1830"/>
                            </p:stCondLst>
                            <p:childTnLst>
                              <p:par>
                                <p:cTn id="5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6" dur="15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7" fill="hold">
                            <p:stCondLst>
                              <p:cond delay="1845"/>
                            </p:stCondLst>
                            <p:childTnLst>
                              <p:par>
                                <p:cTn id="5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0" dur="15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1" fill="hold">
                            <p:stCondLst>
                              <p:cond delay="1860"/>
                            </p:stCondLst>
                            <p:childTnLst>
                              <p:par>
                                <p:cTn id="5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4" dur="15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5" fill="hold">
                            <p:stCondLst>
                              <p:cond delay="1875"/>
                            </p:stCondLst>
                            <p:childTnLst>
                              <p:par>
                                <p:cTn id="5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8" dur="15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9" fill="hold">
                            <p:stCondLst>
                              <p:cond delay="1890"/>
                            </p:stCondLst>
                            <p:childTnLst>
                              <p:par>
                                <p:cTn id="5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2" dur="15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3" fill="hold">
                            <p:stCondLst>
                              <p:cond delay="1905"/>
                            </p:stCondLst>
                            <p:childTnLst>
                              <p:par>
                                <p:cTn id="5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6" dur="15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7" fill="hold">
                            <p:stCondLst>
                              <p:cond delay="1920"/>
                            </p:stCondLst>
                            <p:childTnLst>
                              <p:par>
                                <p:cTn id="5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0" dur="15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1" fill="hold">
                            <p:stCondLst>
                              <p:cond delay="1935"/>
                            </p:stCondLst>
                            <p:childTnLst>
                              <p:par>
                                <p:cTn id="5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4" dur="15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5" fill="hold">
                            <p:stCondLst>
                              <p:cond delay="1950"/>
                            </p:stCondLst>
                            <p:childTnLst>
                              <p:par>
                                <p:cTn id="5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8" dur="15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9" fill="hold">
                            <p:stCondLst>
                              <p:cond delay="1965"/>
                            </p:stCondLst>
                            <p:childTnLst>
                              <p:par>
                                <p:cTn id="5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2" dur="15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3" fill="hold">
                            <p:stCondLst>
                              <p:cond delay="1980"/>
                            </p:stCondLst>
                            <p:childTnLst>
                              <p:par>
                                <p:cTn id="5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6" dur="15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7" fill="hold">
                            <p:stCondLst>
                              <p:cond delay="1995"/>
                            </p:stCondLst>
                            <p:childTnLst>
                              <p:par>
                                <p:cTn id="5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0" dur="15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1" fill="hold">
                            <p:stCondLst>
                              <p:cond delay="2010"/>
                            </p:stCondLst>
                            <p:childTnLst>
                              <p:par>
                                <p:cTn id="5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4" dur="15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5" fill="hold">
                            <p:stCondLst>
                              <p:cond delay="2025"/>
                            </p:stCondLst>
                            <p:childTnLst>
                              <p:par>
                                <p:cTn id="5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8" dur="15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9" fill="hold">
                            <p:stCondLst>
                              <p:cond delay="2040"/>
                            </p:stCondLst>
                            <p:childTnLst>
                              <p:par>
                                <p:cTn id="5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2" dur="15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3" fill="hold">
                            <p:stCondLst>
                              <p:cond delay="2055"/>
                            </p:stCondLst>
                            <p:childTnLst>
                              <p:par>
                                <p:cTn id="5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6" dur="15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7" fill="hold">
                            <p:stCondLst>
                              <p:cond delay="2070"/>
                            </p:stCondLst>
                            <p:childTnLst>
                              <p:par>
                                <p:cTn id="5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0" dur="15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1" fill="hold">
                            <p:stCondLst>
                              <p:cond delay="2085"/>
                            </p:stCondLst>
                            <p:childTnLst>
                              <p:par>
                                <p:cTn id="6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4" dur="15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5" fill="hold">
                            <p:stCondLst>
                              <p:cond delay="2100"/>
                            </p:stCondLst>
                            <p:childTnLst>
                              <p:par>
                                <p:cTn id="6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8" dur="15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9" fill="hold">
                            <p:stCondLst>
                              <p:cond delay="2115"/>
                            </p:stCondLst>
                            <p:childTnLst>
                              <p:par>
                                <p:cTn id="6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2" dur="15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3" fill="hold">
                            <p:stCondLst>
                              <p:cond delay="2130"/>
                            </p:stCondLst>
                            <p:childTnLst>
                              <p:par>
                                <p:cTn id="6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6" dur="15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7" fill="hold">
                            <p:stCondLst>
                              <p:cond delay="2145"/>
                            </p:stCondLst>
                            <p:childTnLst>
                              <p:par>
                                <p:cTn id="6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0" dur="15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1" fill="hold">
                            <p:stCondLst>
                              <p:cond delay="2160"/>
                            </p:stCondLst>
                            <p:childTnLst>
                              <p:par>
                                <p:cTn id="6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4" dur="15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5" fill="hold">
                            <p:stCondLst>
                              <p:cond delay="2175"/>
                            </p:stCondLst>
                            <p:childTnLst>
                              <p:par>
                                <p:cTn id="6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8" dur="15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9" fill="hold">
                            <p:stCondLst>
                              <p:cond delay="2190"/>
                            </p:stCondLst>
                            <p:childTnLst>
                              <p:par>
                                <p:cTn id="6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2" dur="15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3" fill="hold">
                            <p:stCondLst>
                              <p:cond delay="2205"/>
                            </p:stCondLst>
                            <p:childTnLst>
                              <p:par>
                                <p:cTn id="6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6" dur="15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7" fill="hold">
                            <p:stCondLst>
                              <p:cond delay="2220"/>
                            </p:stCondLst>
                            <p:childTnLst>
                              <p:par>
                                <p:cTn id="6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0" dur="15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1" fill="hold">
                            <p:stCondLst>
                              <p:cond delay="2235"/>
                            </p:stCondLst>
                            <p:childTnLst>
                              <p:par>
                                <p:cTn id="6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4" dur="15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5" fill="hold">
                            <p:stCondLst>
                              <p:cond delay="2250"/>
                            </p:stCondLst>
                            <p:childTnLst>
                              <p:par>
                                <p:cTn id="6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8" dur="15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9" fill="hold">
                            <p:stCondLst>
                              <p:cond delay="2265"/>
                            </p:stCondLst>
                            <p:childTnLst>
                              <p:par>
                                <p:cTn id="6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2" dur="15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3" fill="hold">
                            <p:stCondLst>
                              <p:cond delay="2280"/>
                            </p:stCondLst>
                            <p:childTnLst>
                              <p:par>
                                <p:cTn id="6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6" dur="15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7" fill="hold">
                            <p:stCondLst>
                              <p:cond delay="2295"/>
                            </p:stCondLst>
                            <p:childTnLst>
                              <p:par>
                                <p:cTn id="6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0" dur="15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1" fill="hold">
                            <p:stCondLst>
                              <p:cond delay="2310"/>
                            </p:stCondLst>
                            <p:childTnLst>
                              <p:par>
                                <p:cTn id="6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4" dur="15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5" fill="hold">
                            <p:stCondLst>
                              <p:cond delay="2325"/>
                            </p:stCondLst>
                            <p:childTnLst>
                              <p:par>
                                <p:cTn id="6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8" dur="15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9" fill="hold">
                            <p:stCondLst>
                              <p:cond delay="2340"/>
                            </p:stCondLst>
                            <p:childTnLst>
                              <p:par>
                                <p:cTn id="6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2" dur="15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3" fill="hold">
                            <p:stCondLst>
                              <p:cond delay="2355"/>
                            </p:stCondLst>
                            <p:childTnLst>
                              <p:par>
                                <p:cTn id="6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6" dur="15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7" fill="hold">
                            <p:stCondLst>
                              <p:cond delay="2370"/>
                            </p:stCondLst>
                            <p:childTnLst>
                              <p:par>
                                <p:cTn id="6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0" dur="15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1" fill="hold">
                            <p:stCondLst>
                              <p:cond delay="2385"/>
                            </p:stCondLst>
                            <p:childTnLst>
                              <p:par>
                                <p:cTn id="6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4" dur="15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5" fill="hold">
                            <p:stCondLst>
                              <p:cond delay="2400"/>
                            </p:stCondLst>
                            <p:childTnLst>
                              <p:par>
                                <p:cTn id="6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8" dur="15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9" fill="hold">
                            <p:stCondLst>
                              <p:cond delay="2415"/>
                            </p:stCondLst>
                            <p:childTnLst>
                              <p:par>
                                <p:cTn id="6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2" dur="15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3" fill="hold">
                            <p:stCondLst>
                              <p:cond delay="2430"/>
                            </p:stCondLst>
                            <p:childTnLst>
                              <p:par>
                                <p:cTn id="6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6" dur="15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7" fill="hold">
                            <p:stCondLst>
                              <p:cond delay="2445"/>
                            </p:stCondLst>
                            <p:childTnLst>
                              <p:par>
                                <p:cTn id="6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0" dur="15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1" fill="hold">
                            <p:stCondLst>
                              <p:cond delay="2460"/>
                            </p:stCondLst>
                            <p:childTnLst>
                              <p:par>
                                <p:cTn id="7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4" dur="15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5" fill="hold">
                            <p:stCondLst>
                              <p:cond delay="2475"/>
                            </p:stCondLst>
                            <p:childTnLst>
                              <p:par>
                                <p:cTn id="7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8" dur="15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9" fill="hold">
                            <p:stCondLst>
                              <p:cond delay="2490"/>
                            </p:stCondLst>
                            <p:childTnLst>
                              <p:par>
                                <p:cTn id="7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2" dur="15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3" fill="hold">
                            <p:stCondLst>
                              <p:cond delay="2505"/>
                            </p:stCondLst>
                            <p:childTnLst>
                              <p:par>
                                <p:cTn id="7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6" dur="15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7" fill="hold">
                            <p:stCondLst>
                              <p:cond delay="2520"/>
                            </p:stCondLst>
                            <p:childTnLst>
                              <p:par>
                                <p:cTn id="7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0" dur="15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1" fill="hold">
                            <p:stCondLst>
                              <p:cond delay="2535"/>
                            </p:stCondLst>
                            <p:childTnLst>
                              <p:par>
                                <p:cTn id="7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4" dur="15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5" fill="hold">
                            <p:stCondLst>
                              <p:cond delay="2550"/>
                            </p:stCondLst>
                            <p:childTnLst>
                              <p:par>
                                <p:cTn id="7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8" dur="15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9" fill="hold">
                            <p:stCondLst>
                              <p:cond delay="2565"/>
                            </p:stCondLst>
                            <p:childTnLst>
                              <p:par>
                                <p:cTn id="7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2" dur="15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3" fill="hold">
                            <p:stCondLst>
                              <p:cond delay="2580"/>
                            </p:stCondLst>
                            <p:childTnLst>
                              <p:par>
                                <p:cTn id="7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6" dur="15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7" fill="hold">
                            <p:stCondLst>
                              <p:cond delay="2595"/>
                            </p:stCondLst>
                            <p:childTnLst>
                              <p:par>
                                <p:cTn id="7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0" dur="15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1" fill="hold">
                            <p:stCondLst>
                              <p:cond delay="2610"/>
                            </p:stCondLst>
                            <p:childTnLst>
                              <p:par>
                                <p:cTn id="7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4" dur="15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5" fill="hold">
                            <p:stCondLst>
                              <p:cond delay="2625"/>
                            </p:stCondLst>
                            <p:childTnLst>
                              <p:par>
                                <p:cTn id="7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8" dur="15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9" fill="hold">
                            <p:stCondLst>
                              <p:cond delay="2640"/>
                            </p:stCondLst>
                            <p:childTnLst>
                              <p:par>
                                <p:cTn id="7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2" dur="15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3" fill="hold">
                            <p:stCondLst>
                              <p:cond delay="2655"/>
                            </p:stCondLst>
                            <p:childTnLst>
                              <p:par>
                                <p:cTn id="7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6" dur="15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7" fill="hold">
                            <p:stCondLst>
                              <p:cond delay="2670"/>
                            </p:stCondLst>
                            <p:childTnLst>
                              <p:par>
                                <p:cTn id="7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0" dur="15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1" fill="hold">
                            <p:stCondLst>
                              <p:cond delay="2685"/>
                            </p:stCondLst>
                            <p:childTnLst>
                              <p:par>
                                <p:cTn id="7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4" dur="15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5" fill="hold">
                            <p:stCondLst>
                              <p:cond delay="2700"/>
                            </p:stCondLst>
                            <p:childTnLst>
                              <p:par>
                                <p:cTn id="7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8" dur="15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9" fill="hold">
                            <p:stCondLst>
                              <p:cond delay="2715"/>
                            </p:stCondLst>
                            <p:childTnLst>
                              <p:par>
                                <p:cTn id="7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2" dur="15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3" fill="hold">
                            <p:stCondLst>
                              <p:cond delay="2730"/>
                            </p:stCondLst>
                            <p:childTnLst>
                              <p:par>
                                <p:cTn id="7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6" dur="15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7" fill="hold">
                            <p:stCondLst>
                              <p:cond delay="2745"/>
                            </p:stCondLst>
                            <p:childTnLst>
                              <p:par>
                                <p:cTn id="7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0" dur="15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1" fill="hold">
                            <p:stCondLst>
                              <p:cond delay="2760"/>
                            </p:stCondLst>
                            <p:childTnLst>
                              <p:par>
                                <p:cTn id="7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4" dur="15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5" fill="hold">
                            <p:stCondLst>
                              <p:cond delay="2775"/>
                            </p:stCondLst>
                            <p:childTnLst>
                              <p:par>
                                <p:cTn id="7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8" dur="15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9" fill="hold">
                            <p:stCondLst>
                              <p:cond delay="2790"/>
                            </p:stCondLst>
                            <p:childTnLst>
                              <p:par>
                                <p:cTn id="7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2" dur="15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3" fill="hold">
                            <p:stCondLst>
                              <p:cond delay="2805"/>
                            </p:stCondLst>
                            <p:childTnLst>
                              <p:par>
                                <p:cTn id="7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6" dur="15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7" fill="hold">
                            <p:stCondLst>
                              <p:cond delay="2820"/>
                            </p:stCondLst>
                            <p:childTnLst>
                              <p:par>
                                <p:cTn id="7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0" dur="15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1" fill="hold">
                            <p:stCondLst>
                              <p:cond delay="2835"/>
                            </p:stCondLst>
                            <p:childTnLst>
                              <p:par>
                                <p:cTn id="8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4" dur="15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5" fill="hold">
                            <p:stCondLst>
                              <p:cond delay="2850"/>
                            </p:stCondLst>
                            <p:childTnLst>
                              <p:par>
                                <p:cTn id="8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8" dur="15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9" fill="hold">
                            <p:stCondLst>
                              <p:cond delay="2865"/>
                            </p:stCondLst>
                            <p:childTnLst>
                              <p:par>
                                <p:cTn id="8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2" dur="15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3" fill="hold">
                            <p:stCondLst>
                              <p:cond delay="2880"/>
                            </p:stCondLst>
                            <p:childTnLst>
                              <p:par>
                                <p:cTn id="8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6" dur="15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7" fill="hold">
                            <p:stCondLst>
                              <p:cond delay="2895"/>
                            </p:stCondLst>
                            <p:childTnLst>
                              <p:par>
                                <p:cTn id="8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0" dur="15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1" fill="hold">
                            <p:stCondLst>
                              <p:cond delay="2910"/>
                            </p:stCondLst>
                            <p:childTnLst>
                              <p:par>
                                <p:cTn id="8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4" dur="15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5" fill="hold">
                            <p:stCondLst>
                              <p:cond delay="2925"/>
                            </p:stCondLst>
                            <p:childTnLst>
                              <p:par>
                                <p:cTn id="8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8" dur="15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9" fill="hold">
                            <p:stCondLst>
                              <p:cond delay="2940"/>
                            </p:stCondLst>
                            <p:childTnLst>
                              <p:par>
                                <p:cTn id="8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2" dur="15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3" fill="hold">
                            <p:stCondLst>
                              <p:cond delay="2955"/>
                            </p:stCondLst>
                            <p:childTnLst>
                              <p:par>
                                <p:cTn id="8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6" dur="15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7" fill="hold">
                            <p:stCondLst>
                              <p:cond delay="2970"/>
                            </p:stCondLst>
                            <p:childTnLst>
                              <p:par>
                                <p:cTn id="8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0" dur="15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1" fill="hold">
                            <p:stCondLst>
                              <p:cond delay="2985"/>
                            </p:stCondLst>
                            <p:childTnLst>
                              <p:par>
                                <p:cTn id="8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4" dur="15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5" fill="hold">
                            <p:stCondLst>
                              <p:cond delay="3000"/>
                            </p:stCondLst>
                            <p:childTnLst>
                              <p:par>
                                <p:cTn id="8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8" dur="15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9" fill="hold">
                            <p:stCondLst>
                              <p:cond delay="3015"/>
                            </p:stCondLst>
                            <p:childTnLst>
                              <p:par>
                                <p:cTn id="8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2" dur="15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3" fill="hold">
                            <p:stCondLst>
                              <p:cond delay="3030"/>
                            </p:stCondLst>
                            <p:childTnLst>
                              <p:par>
                                <p:cTn id="8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6" dur="15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7" fill="hold">
                            <p:stCondLst>
                              <p:cond delay="3045"/>
                            </p:stCondLst>
                            <p:childTnLst>
                              <p:par>
                                <p:cTn id="8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0" dur="15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1" fill="hold">
                            <p:stCondLst>
                              <p:cond delay="3060"/>
                            </p:stCondLst>
                            <p:childTnLst>
                              <p:par>
                                <p:cTn id="8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4" dur="15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5" fill="hold">
                            <p:stCondLst>
                              <p:cond delay="3075"/>
                            </p:stCondLst>
                            <p:childTnLst>
                              <p:par>
                                <p:cTn id="8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8" dur="15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9" fill="hold">
                            <p:stCondLst>
                              <p:cond delay="3090"/>
                            </p:stCondLst>
                            <p:childTnLst>
                              <p:par>
                                <p:cTn id="8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2" dur="15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3" fill="hold">
                            <p:stCondLst>
                              <p:cond delay="3105"/>
                            </p:stCondLst>
                            <p:childTnLst>
                              <p:par>
                                <p:cTn id="8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6" dur="15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7" fill="hold">
                            <p:stCondLst>
                              <p:cond delay="3120"/>
                            </p:stCondLst>
                            <p:childTnLst>
                              <p:par>
                                <p:cTn id="8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0" dur="15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1" fill="hold">
                            <p:stCondLst>
                              <p:cond delay="3135"/>
                            </p:stCondLst>
                            <p:childTnLst>
                              <p:par>
                                <p:cTn id="8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4" dur="15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5" fill="hold">
                            <p:stCondLst>
                              <p:cond delay="3150"/>
                            </p:stCondLst>
                            <p:childTnLst>
                              <p:par>
                                <p:cTn id="8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8" dur="15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9" fill="hold">
                            <p:stCondLst>
                              <p:cond delay="3165"/>
                            </p:stCondLst>
                            <p:childTnLst>
                              <p:par>
                                <p:cTn id="8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2" dur="15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3" fill="hold">
                            <p:stCondLst>
                              <p:cond delay="3180"/>
                            </p:stCondLst>
                            <p:childTnLst>
                              <p:par>
                                <p:cTn id="8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6" dur="15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7" fill="hold">
                            <p:stCondLst>
                              <p:cond delay="3195"/>
                            </p:stCondLst>
                            <p:childTnLst>
                              <p:par>
                                <p:cTn id="8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0" dur="15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1" fill="hold">
                            <p:stCondLst>
                              <p:cond delay="3210"/>
                            </p:stCondLst>
                            <p:childTnLst>
                              <p:par>
                                <p:cTn id="9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4" dur="15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5" fill="hold">
                            <p:stCondLst>
                              <p:cond delay="3225"/>
                            </p:stCondLst>
                            <p:childTnLst>
                              <p:par>
                                <p:cTn id="9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8" dur="15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9" fill="hold">
                            <p:stCondLst>
                              <p:cond delay="3240"/>
                            </p:stCondLst>
                            <p:childTnLst>
                              <p:par>
                                <p:cTn id="9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2" dur="15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3" fill="hold">
                            <p:stCondLst>
                              <p:cond delay="3255"/>
                            </p:stCondLst>
                            <p:childTnLst>
                              <p:par>
                                <p:cTn id="9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6" dur="15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7" fill="hold">
                            <p:stCondLst>
                              <p:cond delay="3270"/>
                            </p:stCondLst>
                            <p:childTnLst>
                              <p:par>
                                <p:cTn id="9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0" dur="15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1" fill="hold">
                            <p:stCondLst>
                              <p:cond delay="3285"/>
                            </p:stCondLst>
                            <p:childTnLst>
                              <p:par>
                                <p:cTn id="9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4" dur="15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5" fill="hold">
                            <p:stCondLst>
                              <p:cond delay="3300"/>
                            </p:stCondLst>
                            <p:childTnLst>
                              <p:par>
                                <p:cTn id="9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8" dur="15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9" fill="hold">
                            <p:stCondLst>
                              <p:cond delay="3315"/>
                            </p:stCondLst>
                            <p:childTnLst>
                              <p:par>
                                <p:cTn id="9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2" dur="15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3" fill="hold">
                            <p:stCondLst>
                              <p:cond delay="3330"/>
                            </p:stCondLst>
                            <p:childTnLst>
                              <p:par>
                                <p:cTn id="9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6" dur="15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7" fill="hold">
                            <p:stCondLst>
                              <p:cond delay="3345"/>
                            </p:stCondLst>
                            <p:childTnLst>
                              <p:par>
                                <p:cTn id="9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0" dur="15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1" fill="hold">
                            <p:stCondLst>
                              <p:cond delay="3360"/>
                            </p:stCondLst>
                            <p:childTnLst>
                              <p:par>
                                <p:cTn id="9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4" dur="15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5" fill="hold">
                            <p:stCondLst>
                              <p:cond delay="3375"/>
                            </p:stCondLst>
                            <p:childTnLst>
                              <p:par>
                                <p:cTn id="9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8" dur="15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9" fill="hold">
                            <p:stCondLst>
                              <p:cond delay="3390"/>
                            </p:stCondLst>
                            <p:childTnLst>
                              <p:par>
                                <p:cTn id="9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2" dur="15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3" fill="hold">
                            <p:stCondLst>
                              <p:cond delay="3405"/>
                            </p:stCondLst>
                            <p:childTnLst>
                              <p:par>
                                <p:cTn id="9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6" dur="15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7" fill="hold">
                            <p:stCondLst>
                              <p:cond delay="3420"/>
                            </p:stCondLst>
                            <p:childTnLst>
                              <p:par>
                                <p:cTn id="9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0" dur="15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1" fill="hold">
                            <p:stCondLst>
                              <p:cond delay="3435"/>
                            </p:stCondLst>
                            <p:childTnLst>
                              <p:par>
                                <p:cTn id="9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4" dur="15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5" fill="hold">
                            <p:stCondLst>
                              <p:cond delay="3450"/>
                            </p:stCondLst>
                            <p:childTnLst>
                              <p:par>
                                <p:cTn id="9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8" dur="15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9" fill="hold">
                            <p:stCondLst>
                              <p:cond delay="3465"/>
                            </p:stCondLst>
                            <p:childTnLst>
                              <p:par>
                                <p:cTn id="9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2" dur="15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3" fill="hold">
                            <p:stCondLst>
                              <p:cond delay="3480"/>
                            </p:stCondLst>
                            <p:childTnLst>
                              <p:par>
                                <p:cTn id="9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6" dur="15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7" fill="hold">
                            <p:stCondLst>
                              <p:cond delay="3495"/>
                            </p:stCondLst>
                            <p:childTnLst>
                              <p:par>
                                <p:cTn id="9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0" dur="15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1" fill="hold">
                            <p:stCondLst>
                              <p:cond delay="3510"/>
                            </p:stCondLst>
                            <p:childTnLst>
                              <p:par>
                                <p:cTn id="9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4" dur="15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5" fill="hold">
                            <p:stCondLst>
                              <p:cond delay="3525"/>
                            </p:stCondLst>
                            <p:childTnLst>
                              <p:par>
                                <p:cTn id="9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8" dur="15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9" fill="hold">
                            <p:stCondLst>
                              <p:cond delay="3540"/>
                            </p:stCondLst>
                            <p:childTnLst>
                              <p:par>
                                <p:cTn id="9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2" dur="15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3" fill="hold">
                            <p:stCondLst>
                              <p:cond delay="3555"/>
                            </p:stCondLst>
                            <p:childTnLst>
                              <p:par>
                                <p:cTn id="9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6" dur="15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7" fill="hold">
                            <p:stCondLst>
                              <p:cond delay="3570"/>
                            </p:stCondLst>
                            <p:childTnLst>
                              <p:par>
                                <p:cTn id="9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0" dur="15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1" fill="hold">
                            <p:stCondLst>
                              <p:cond delay="3585"/>
                            </p:stCondLst>
                            <p:childTnLst>
                              <p:par>
                                <p:cTn id="10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4" dur="15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5" fill="hold">
                      <p:stCondLst>
                        <p:cond delay="indefinite"/>
                      </p:stCondLst>
                      <p:childTnLst>
                        <p:par>
                          <p:cTn id="1006" fill="hold">
                            <p:stCondLst>
                              <p:cond delay="0"/>
                            </p:stCondLst>
                            <p:childTnLst>
                              <p:par>
                                <p:cTn id="100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9" dur="15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0" fill="hold">
                            <p:stCondLst>
                              <p:cond delay="15"/>
                            </p:stCondLst>
                            <p:childTnLst>
                              <p:par>
                                <p:cTn id="10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3" dur="15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4" fill="hold">
                            <p:stCondLst>
                              <p:cond delay="30"/>
                            </p:stCondLst>
                            <p:childTnLst>
                              <p:par>
                                <p:cTn id="10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7" dur="15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8" fill="hold">
                            <p:stCondLst>
                              <p:cond delay="45"/>
                            </p:stCondLst>
                            <p:childTnLst>
                              <p:par>
                                <p:cTn id="10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1" dur="15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2" fill="hold">
                            <p:stCondLst>
                              <p:cond delay="60"/>
                            </p:stCondLst>
                            <p:childTnLst>
                              <p:par>
                                <p:cTn id="10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5" dur="15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6" fill="hold">
                            <p:stCondLst>
                              <p:cond delay="75"/>
                            </p:stCondLst>
                            <p:childTnLst>
                              <p:par>
                                <p:cTn id="10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9" dur="15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0" fill="hold">
                            <p:stCondLst>
                              <p:cond delay="90"/>
                            </p:stCondLst>
                            <p:childTnLst>
                              <p:par>
                                <p:cTn id="10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3" dur="15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4" fill="hold">
                            <p:stCondLst>
                              <p:cond delay="105"/>
                            </p:stCondLst>
                            <p:childTnLst>
                              <p:par>
                                <p:cTn id="10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7" dur="15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8" fill="hold">
                            <p:stCondLst>
                              <p:cond delay="120"/>
                            </p:stCondLst>
                            <p:childTnLst>
                              <p:par>
                                <p:cTn id="10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1" dur="15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2" fill="hold">
                            <p:stCondLst>
                              <p:cond delay="135"/>
                            </p:stCondLst>
                            <p:childTnLst>
                              <p:par>
                                <p:cTn id="10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5" dur="15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6" fill="hold">
                            <p:stCondLst>
                              <p:cond delay="150"/>
                            </p:stCondLst>
                            <p:childTnLst>
                              <p:par>
                                <p:cTn id="10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9" dur="15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0" fill="hold">
                            <p:stCondLst>
                              <p:cond delay="165"/>
                            </p:stCondLst>
                            <p:childTnLst>
                              <p:par>
                                <p:cTn id="10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3" dur="15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4" fill="hold">
                            <p:stCondLst>
                              <p:cond delay="180"/>
                            </p:stCondLst>
                            <p:childTnLst>
                              <p:par>
                                <p:cTn id="10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7" dur="15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8" fill="hold">
                            <p:stCondLst>
                              <p:cond delay="195"/>
                            </p:stCondLst>
                            <p:childTnLst>
                              <p:par>
                                <p:cTn id="10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1" dur="15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2" fill="hold">
                            <p:stCondLst>
                              <p:cond delay="210"/>
                            </p:stCondLst>
                            <p:childTnLst>
                              <p:par>
                                <p:cTn id="10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5" dur="15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6" fill="hold">
                            <p:stCondLst>
                              <p:cond delay="225"/>
                            </p:stCondLst>
                            <p:childTnLst>
                              <p:par>
                                <p:cTn id="10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9" dur="15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0" fill="hold">
                            <p:stCondLst>
                              <p:cond delay="240"/>
                            </p:stCondLst>
                            <p:childTnLst>
                              <p:par>
                                <p:cTn id="10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3" dur="15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4" fill="hold">
                            <p:stCondLst>
                              <p:cond delay="255"/>
                            </p:stCondLst>
                            <p:childTnLst>
                              <p:par>
                                <p:cTn id="10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7" dur="15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8" fill="hold">
                            <p:stCondLst>
                              <p:cond delay="270"/>
                            </p:stCondLst>
                            <p:childTnLst>
                              <p:par>
                                <p:cTn id="10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1" dur="15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2" fill="hold">
                            <p:stCondLst>
                              <p:cond delay="285"/>
                            </p:stCondLst>
                            <p:childTnLst>
                              <p:par>
                                <p:cTn id="108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5" dur="15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6" fill="hold">
                            <p:stCondLst>
                              <p:cond delay="300"/>
                            </p:stCondLst>
                            <p:childTnLst>
                              <p:par>
                                <p:cTn id="108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9" dur="15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0" fill="hold">
                            <p:stCondLst>
                              <p:cond delay="315"/>
                            </p:stCondLst>
                            <p:childTnLst>
                              <p:par>
                                <p:cTn id="10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3" dur="15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4" fill="hold">
                            <p:stCondLst>
                              <p:cond delay="330"/>
                            </p:stCondLst>
                            <p:childTnLst>
                              <p:par>
                                <p:cTn id="109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7" dur="15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8" fill="hold">
                            <p:stCondLst>
                              <p:cond delay="345"/>
                            </p:stCondLst>
                            <p:childTnLst>
                              <p:par>
                                <p:cTn id="109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1" dur="15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2" fill="hold">
                            <p:stCondLst>
                              <p:cond delay="360"/>
                            </p:stCondLst>
                            <p:childTnLst>
                              <p:par>
                                <p:cTn id="11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5" dur="15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6" fill="hold">
                            <p:stCondLst>
                              <p:cond delay="375"/>
                            </p:stCondLst>
                            <p:childTnLst>
                              <p:par>
                                <p:cTn id="110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9" dur="15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0" fill="hold">
                            <p:stCondLst>
                              <p:cond delay="390"/>
                            </p:stCondLst>
                            <p:childTnLst>
                              <p:par>
                                <p:cTn id="11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3" dur="15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4" fill="hold">
                            <p:stCondLst>
                              <p:cond delay="405"/>
                            </p:stCondLst>
                            <p:childTnLst>
                              <p:par>
                                <p:cTn id="11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7" dur="15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8" fill="hold">
                            <p:stCondLst>
                              <p:cond delay="420"/>
                            </p:stCondLst>
                            <p:childTnLst>
                              <p:par>
                                <p:cTn id="11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1" dur="15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2" fill="hold">
                            <p:stCondLst>
                              <p:cond delay="435"/>
                            </p:stCondLst>
                            <p:childTnLst>
                              <p:par>
                                <p:cTn id="11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5" dur="15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6" fill="hold">
                            <p:stCondLst>
                              <p:cond delay="450"/>
                            </p:stCondLst>
                            <p:childTnLst>
                              <p:par>
                                <p:cTn id="11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9" dur="15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0" fill="hold">
                            <p:stCondLst>
                              <p:cond delay="465"/>
                            </p:stCondLst>
                            <p:childTnLst>
                              <p:par>
                                <p:cTn id="11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3" dur="15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4" fill="hold">
                            <p:stCondLst>
                              <p:cond delay="480"/>
                            </p:stCondLst>
                            <p:childTnLst>
                              <p:par>
                                <p:cTn id="11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7" dur="15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8" fill="hold">
                            <p:stCondLst>
                              <p:cond delay="495"/>
                            </p:stCondLst>
                            <p:childTnLst>
                              <p:par>
                                <p:cTn id="11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1" dur="15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2" fill="hold">
                            <p:stCondLst>
                              <p:cond delay="510"/>
                            </p:stCondLst>
                            <p:childTnLst>
                              <p:par>
                                <p:cTn id="11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5" dur="15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6" fill="hold">
                            <p:stCondLst>
                              <p:cond delay="525"/>
                            </p:stCondLst>
                            <p:childTnLst>
                              <p:par>
                                <p:cTn id="11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9" dur="15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0" fill="hold">
                            <p:stCondLst>
                              <p:cond delay="540"/>
                            </p:stCondLst>
                            <p:childTnLst>
                              <p:par>
                                <p:cTn id="11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3" dur="15"/>
                                        <p:tgtEl>
                                          <p:spTgt spid="2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4" fill="hold">
                            <p:stCondLst>
                              <p:cond delay="555"/>
                            </p:stCondLst>
                            <p:childTnLst>
                              <p:par>
                                <p:cTn id="11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7" dur="15"/>
                                        <p:tgtEl>
                                          <p:spTgt spid="2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8" fill="hold">
                            <p:stCondLst>
                              <p:cond delay="570"/>
                            </p:stCondLst>
                            <p:childTnLst>
                              <p:par>
                                <p:cTn id="11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1" dur="15"/>
                                        <p:tgtEl>
                                          <p:spTgt spid="2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2" fill="hold">
                            <p:stCondLst>
                              <p:cond delay="585"/>
                            </p:stCondLst>
                            <p:childTnLst>
                              <p:par>
                                <p:cTn id="11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5" dur="15"/>
                                        <p:tgtEl>
                                          <p:spTgt spid="2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6" fill="hold">
                            <p:stCondLst>
                              <p:cond delay="600"/>
                            </p:stCondLst>
                            <p:childTnLst>
                              <p:par>
                                <p:cTn id="11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9" dur="15"/>
                                        <p:tgtEl>
                                          <p:spTgt spid="2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0" fill="hold">
                            <p:stCondLst>
                              <p:cond delay="615"/>
                            </p:stCondLst>
                            <p:childTnLst>
                              <p:par>
                                <p:cTn id="11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3" dur="15"/>
                                        <p:tgtEl>
                                          <p:spTgt spid="2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4" fill="hold">
                            <p:stCondLst>
                              <p:cond delay="630"/>
                            </p:stCondLst>
                            <p:childTnLst>
                              <p:par>
                                <p:cTn id="11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7" dur="15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8" fill="hold">
                            <p:stCondLst>
                              <p:cond delay="645"/>
                            </p:stCondLst>
                            <p:childTnLst>
                              <p:par>
                                <p:cTn id="11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1" dur="15"/>
                                        <p:tgtEl>
                                          <p:spTgt spid="2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2" fill="hold">
                            <p:stCondLst>
                              <p:cond delay="660"/>
                            </p:stCondLst>
                            <p:childTnLst>
                              <p:par>
                                <p:cTn id="118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5" dur="15"/>
                                        <p:tgtEl>
                                          <p:spTgt spid="2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6" fill="hold">
                            <p:stCondLst>
                              <p:cond delay="675"/>
                            </p:stCondLst>
                            <p:childTnLst>
                              <p:par>
                                <p:cTn id="118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9" dur="15"/>
                                        <p:tgtEl>
                                          <p:spTgt spid="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0" fill="hold">
                            <p:stCondLst>
                              <p:cond delay="690"/>
                            </p:stCondLst>
                            <p:childTnLst>
                              <p:par>
                                <p:cTn id="11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3" dur="15"/>
                                        <p:tgtEl>
                                          <p:spTgt spid="2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4" fill="hold">
                            <p:stCondLst>
                              <p:cond delay="705"/>
                            </p:stCondLst>
                            <p:childTnLst>
                              <p:par>
                                <p:cTn id="119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7" dur="15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8" fill="hold">
                            <p:stCondLst>
                              <p:cond delay="720"/>
                            </p:stCondLst>
                            <p:childTnLst>
                              <p:par>
                                <p:cTn id="119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1" dur="15"/>
                                        <p:tgtEl>
                                          <p:spTgt spid="3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2" fill="hold">
                            <p:stCondLst>
                              <p:cond delay="735"/>
                            </p:stCondLst>
                            <p:childTnLst>
                              <p:par>
                                <p:cTn id="12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5" dur="15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6" fill="hold">
                            <p:stCondLst>
                              <p:cond delay="750"/>
                            </p:stCondLst>
                            <p:childTnLst>
                              <p:par>
                                <p:cTn id="120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9" dur="15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0" fill="hold">
                            <p:stCondLst>
                              <p:cond delay="765"/>
                            </p:stCondLst>
                            <p:childTnLst>
                              <p:par>
                                <p:cTn id="12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3" dur="15"/>
                                        <p:tgtEl>
                                          <p:spTgt spid="3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4" fill="hold">
                            <p:stCondLst>
                              <p:cond delay="780"/>
                            </p:stCondLst>
                            <p:childTnLst>
                              <p:par>
                                <p:cTn id="12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7" dur="15"/>
                                        <p:tgtEl>
                                          <p:spTgt spid="3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8" fill="hold">
                            <p:stCondLst>
                              <p:cond delay="795"/>
                            </p:stCondLst>
                            <p:childTnLst>
                              <p:par>
                                <p:cTn id="12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1" dur="15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2" fill="hold">
                            <p:stCondLst>
                              <p:cond delay="810"/>
                            </p:stCondLst>
                            <p:childTnLst>
                              <p:par>
                                <p:cTn id="12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5" dur="15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6" fill="hold">
                            <p:stCondLst>
                              <p:cond delay="825"/>
                            </p:stCondLst>
                            <p:childTnLst>
                              <p:par>
                                <p:cTn id="12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9" dur="15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0" fill="hold">
                            <p:stCondLst>
                              <p:cond delay="840"/>
                            </p:stCondLst>
                            <p:childTnLst>
                              <p:par>
                                <p:cTn id="12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3" dur="15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4" fill="hold">
                            <p:stCondLst>
                              <p:cond delay="855"/>
                            </p:stCondLst>
                            <p:childTnLst>
                              <p:par>
                                <p:cTn id="12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7" dur="15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8" fill="hold">
                            <p:stCondLst>
                              <p:cond delay="870"/>
                            </p:stCondLst>
                            <p:childTnLst>
                              <p:par>
                                <p:cTn id="12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1" dur="15"/>
                                        <p:tgtEl>
                                          <p:spTgt spid="3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2" fill="hold">
                            <p:stCondLst>
                              <p:cond delay="885"/>
                            </p:stCondLst>
                            <p:childTnLst>
                              <p:par>
                                <p:cTn id="12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5" dur="15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6" fill="hold">
                            <p:stCondLst>
                              <p:cond delay="900"/>
                            </p:stCondLst>
                            <p:childTnLst>
                              <p:par>
                                <p:cTn id="12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9" dur="15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0" fill="hold">
                            <p:stCondLst>
                              <p:cond delay="915"/>
                            </p:stCondLst>
                            <p:childTnLst>
                              <p:par>
                                <p:cTn id="12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3" dur="15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4" fill="hold">
                            <p:stCondLst>
                              <p:cond delay="930"/>
                            </p:stCondLst>
                            <p:childTnLst>
                              <p:par>
                                <p:cTn id="12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7" dur="15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8" fill="hold">
                            <p:stCondLst>
                              <p:cond delay="945"/>
                            </p:stCondLst>
                            <p:childTnLst>
                              <p:par>
                                <p:cTn id="12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1" dur="15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2" fill="hold">
                            <p:stCondLst>
                              <p:cond delay="960"/>
                            </p:stCondLst>
                            <p:childTnLst>
                              <p:par>
                                <p:cTn id="12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5" dur="15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6" fill="hold">
                            <p:stCondLst>
                              <p:cond delay="975"/>
                            </p:stCondLst>
                            <p:childTnLst>
                              <p:par>
                                <p:cTn id="12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9" dur="15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0" fill="hold">
                            <p:stCondLst>
                              <p:cond delay="990"/>
                            </p:stCondLst>
                            <p:childTnLst>
                              <p:par>
                                <p:cTn id="12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3" dur="15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4" fill="hold">
                            <p:stCondLst>
                              <p:cond delay="1005"/>
                            </p:stCondLst>
                            <p:childTnLst>
                              <p:par>
                                <p:cTn id="12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7" dur="15"/>
                                        <p:tgtEl>
                                          <p:spTgt spid="3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8" fill="hold">
                            <p:stCondLst>
                              <p:cond delay="1020"/>
                            </p:stCondLst>
                            <p:childTnLst>
                              <p:par>
                                <p:cTn id="12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1" dur="15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2" fill="hold">
                            <p:stCondLst>
                              <p:cond delay="1035"/>
                            </p:stCondLst>
                            <p:childTnLst>
                              <p:par>
                                <p:cTn id="128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5" dur="15"/>
                                        <p:tgtEl>
                                          <p:spTgt spid="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6" fill="hold">
                            <p:stCondLst>
                              <p:cond delay="1050"/>
                            </p:stCondLst>
                            <p:childTnLst>
                              <p:par>
                                <p:cTn id="128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9" dur="15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0" fill="hold">
                            <p:stCondLst>
                              <p:cond delay="1065"/>
                            </p:stCondLst>
                            <p:childTnLst>
                              <p:par>
                                <p:cTn id="12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3" dur="15"/>
                                        <p:tgtEl>
                                          <p:spTgt spid="3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4" fill="hold">
                            <p:stCondLst>
                              <p:cond delay="1080"/>
                            </p:stCondLst>
                            <p:childTnLst>
                              <p:par>
                                <p:cTn id="129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7" dur="15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8" fill="hold">
                            <p:stCondLst>
                              <p:cond delay="1095"/>
                            </p:stCondLst>
                            <p:childTnLst>
                              <p:par>
                                <p:cTn id="129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1" dur="15"/>
                                        <p:tgtEl>
                                          <p:spTgt spid="3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2" fill="hold">
                            <p:stCondLst>
                              <p:cond delay="1110"/>
                            </p:stCondLst>
                            <p:childTnLst>
                              <p:par>
                                <p:cTn id="13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5" dur="15"/>
                                        <p:tgtEl>
                                          <p:spTgt spid="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6" fill="hold">
                            <p:stCondLst>
                              <p:cond delay="1125"/>
                            </p:stCondLst>
                            <p:childTnLst>
                              <p:par>
                                <p:cTn id="130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9" dur="15"/>
                                        <p:tgtEl>
                                          <p:spTgt spid="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0" fill="hold">
                            <p:stCondLst>
                              <p:cond delay="1140"/>
                            </p:stCondLst>
                            <p:childTnLst>
                              <p:par>
                                <p:cTn id="13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3" dur="15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4" fill="hold">
                            <p:stCondLst>
                              <p:cond delay="1155"/>
                            </p:stCondLst>
                            <p:childTnLst>
                              <p:par>
                                <p:cTn id="13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7" dur="15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8" fill="hold">
                            <p:stCondLst>
                              <p:cond delay="1170"/>
                            </p:stCondLst>
                            <p:childTnLst>
                              <p:par>
                                <p:cTn id="13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1" dur="15"/>
                                        <p:tgtEl>
                                          <p:spTgt spid="3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2" fill="hold">
                            <p:stCondLst>
                              <p:cond delay="1185"/>
                            </p:stCondLst>
                            <p:childTnLst>
                              <p:par>
                                <p:cTn id="13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5" dur="15"/>
                                        <p:tgtEl>
                                          <p:spTgt spid="3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6" fill="hold">
                            <p:stCondLst>
                              <p:cond delay="1200"/>
                            </p:stCondLst>
                            <p:childTnLst>
                              <p:par>
                                <p:cTn id="13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9" dur="15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0" fill="hold">
                            <p:stCondLst>
                              <p:cond delay="1215"/>
                            </p:stCondLst>
                            <p:childTnLst>
                              <p:par>
                                <p:cTn id="13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3" dur="15"/>
                                        <p:tgtEl>
                                          <p:spTgt spid="3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4" fill="hold">
                            <p:stCondLst>
                              <p:cond delay="1230"/>
                            </p:stCondLst>
                            <p:childTnLst>
                              <p:par>
                                <p:cTn id="13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7" dur="15"/>
                                        <p:tgtEl>
                                          <p:spTgt spid="3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8" fill="hold">
                            <p:stCondLst>
                              <p:cond delay="1245"/>
                            </p:stCondLst>
                            <p:childTnLst>
                              <p:par>
                                <p:cTn id="13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1" dur="15"/>
                                        <p:tgtEl>
                                          <p:spTgt spid="3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2" fill="hold">
                            <p:stCondLst>
                              <p:cond delay="1260"/>
                            </p:stCondLst>
                            <p:childTnLst>
                              <p:par>
                                <p:cTn id="13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5" dur="15"/>
                                        <p:tgtEl>
                                          <p:spTgt spid="3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6" fill="hold">
                            <p:stCondLst>
                              <p:cond delay="1275"/>
                            </p:stCondLst>
                            <p:childTnLst>
                              <p:par>
                                <p:cTn id="13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9" dur="15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0" fill="hold">
                            <p:stCondLst>
                              <p:cond delay="1290"/>
                            </p:stCondLst>
                            <p:childTnLst>
                              <p:par>
                                <p:cTn id="13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3" dur="15"/>
                                        <p:tgtEl>
                                          <p:spTgt spid="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4" fill="hold">
                            <p:stCondLst>
                              <p:cond delay="1305"/>
                            </p:stCondLst>
                            <p:childTnLst>
                              <p:par>
                                <p:cTn id="13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7" dur="15"/>
                                        <p:tgtEl>
                                          <p:spTgt spid="3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8" fill="hold">
                            <p:stCondLst>
                              <p:cond delay="1320"/>
                            </p:stCondLst>
                            <p:childTnLst>
                              <p:par>
                                <p:cTn id="13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1" dur="15"/>
                                        <p:tgtEl>
                                          <p:spTgt spid="3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2" fill="hold">
                            <p:stCondLst>
                              <p:cond delay="1335"/>
                            </p:stCondLst>
                            <p:childTnLst>
                              <p:par>
                                <p:cTn id="13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5" dur="15"/>
                                        <p:tgtEl>
                                          <p:spTgt spid="3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6" fill="hold">
                            <p:stCondLst>
                              <p:cond delay="1350"/>
                            </p:stCondLst>
                            <p:childTnLst>
                              <p:par>
                                <p:cTn id="13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9" dur="15"/>
                                        <p:tgtEl>
                                          <p:spTgt spid="3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0" fill="hold">
                            <p:stCondLst>
                              <p:cond delay="1365"/>
                            </p:stCondLst>
                            <p:childTnLst>
                              <p:par>
                                <p:cTn id="13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3" dur="15"/>
                                        <p:tgtEl>
                                          <p:spTgt spid="3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4" fill="hold">
                            <p:stCondLst>
                              <p:cond delay="1380"/>
                            </p:stCondLst>
                            <p:childTnLst>
                              <p:par>
                                <p:cTn id="13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7" dur="15"/>
                                        <p:tgtEl>
                                          <p:spTgt spid="3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8" fill="hold">
                            <p:stCondLst>
                              <p:cond delay="1395"/>
                            </p:stCondLst>
                            <p:childTnLst>
                              <p:par>
                                <p:cTn id="13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1" dur="15"/>
                                        <p:tgtEl>
                                          <p:spTgt spid="3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2" fill="hold">
                            <p:stCondLst>
                              <p:cond delay="1410"/>
                            </p:stCondLst>
                            <p:childTnLst>
                              <p:par>
                                <p:cTn id="138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5" dur="15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6" fill="hold">
                            <p:stCondLst>
                              <p:cond delay="1425"/>
                            </p:stCondLst>
                            <p:childTnLst>
                              <p:par>
                                <p:cTn id="138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9" dur="15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0" fill="hold">
                            <p:stCondLst>
                              <p:cond delay="1440"/>
                            </p:stCondLst>
                            <p:childTnLst>
                              <p:par>
                                <p:cTn id="13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3" dur="15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4" fill="hold">
                            <p:stCondLst>
                              <p:cond delay="1455"/>
                            </p:stCondLst>
                            <p:childTnLst>
                              <p:par>
                                <p:cTn id="139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7" dur="15"/>
                                        <p:tgtEl>
                                          <p:spTgt spid="3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8" fill="hold">
                            <p:stCondLst>
                              <p:cond delay="1470"/>
                            </p:stCondLst>
                            <p:childTnLst>
                              <p:par>
                                <p:cTn id="139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1" dur="15"/>
                                        <p:tgtEl>
                                          <p:spTgt spid="3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2" fill="hold">
                            <p:stCondLst>
                              <p:cond delay="1485"/>
                            </p:stCondLst>
                            <p:childTnLst>
                              <p:par>
                                <p:cTn id="14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5" dur="15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6" fill="hold">
                            <p:stCondLst>
                              <p:cond delay="1500"/>
                            </p:stCondLst>
                            <p:childTnLst>
                              <p:par>
                                <p:cTn id="140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9" dur="15"/>
                                        <p:tgtEl>
                                          <p:spTgt spid="3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10" fill="hold">
                            <p:stCondLst>
                              <p:cond delay="1515"/>
                            </p:stCondLst>
                            <p:childTnLst>
                              <p:par>
                                <p:cTn id="14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3" dur="15"/>
                                        <p:tgtEl>
                                          <p:spTgt spid="3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14" fill="hold">
                            <p:stCondLst>
                              <p:cond delay="1530"/>
                            </p:stCondLst>
                            <p:childTnLst>
                              <p:par>
                                <p:cTn id="14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7" dur="15"/>
                                        <p:tgtEl>
                                          <p:spTgt spid="3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18" fill="hold">
                            <p:stCondLst>
                              <p:cond delay="1545"/>
                            </p:stCondLst>
                            <p:childTnLst>
                              <p:par>
                                <p:cTn id="14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1" dur="15"/>
                                        <p:tgtEl>
                                          <p:spTgt spid="3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2" fill="hold">
                            <p:stCondLst>
                              <p:cond delay="1560"/>
                            </p:stCondLst>
                            <p:childTnLst>
                              <p:par>
                                <p:cTn id="14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5" dur="15"/>
                                        <p:tgtEl>
                                          <p:spTgt spid="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6" fill="hold">
                            <p:stCondLst>
                              <p:cond delay="1575"/>
                            </p:stCondLst>
                            <p:childTnLst>
                              <p:par>
                                <p:cTn id="14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9" dur="15"/>
                                        <p:tgtEl>
                                          <p:spTgt spid="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0" fill="hold">
                            <p:stCondLst>
                              <p:cond delay="1590"/>
                            </p:stCondLst>
                            <p:childTnLst>
                              <p:par>
                                <p:cTn id="14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3" dur="15"/>
                                        <p:tgtEl>
                                          <p:spTgt spid="3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4" fill="hold">
                            <p:stCondLst>
                              <p:cond delay="1605"/>
                            </p:stCondLst>
                            <p:childTnLst>
                              <p:par>
                                <p:cTn id="14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7" dur="15"/>
                                        <p:tgtEl>
                                          <p:spTgt spid="3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8" fill="hold">
                            <p:stCondLst>
                              <p:cond delay="1620"/>
                            </p:stCondLst>
                            <p:childTnLst>
                              <p:par>
                                <p:cTn id="14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1" dur="15"/>
                                        <p:tgtEl>
                                          <p:spTgt spid="3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2" fill="hold">
                            <p:stCondLst>
                              <p:cond delay="1635"/>
                            </p:stCondLst>
                            <p:childTnLst>
                              <p:par>
                                <p:cTn id="14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5" dur="15"/>
                                        <p:tgtEl>
                                          <p:spTgt spid="3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6" fill="hold">
                            <p:stCondLst>
                              <p:cond delay="1650"/>
                            </p:stCondLst>
                            <p:childTnLst>
                              <p:par>
                                <p:cTn id="14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9" dur="15"/>
                                        <p:tgtEl>
                                          <p:spTgt spid="3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0" fill="hold">
                            <p:stCondLst>
                              <p:cond delay="1665"/>
                            </p:stCondLst>
                            <p:childTnLst>
                              <p:par>
                                <p:cTn id="14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3" dur="15"/>
                                        <p:tgtEl>
                                          <p:spTgt spid="3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4" fill="hold">
                            <p:stCondLst>
                              <p:cond delay="1680"/>
                            </p:stCondLst>
                            <p:childTnLst>
                              <p:par>
                                <p:cTn id="14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7" dur="15"/>
                                        <p:tgtEl>
                                          <p:spTgt spid="3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8" fill="hold">
                            <p:stCondLst>
                              <p:cond delay="1695"/>
                            </p:stCondLst>
                            <p:childTnLst>
                              <p:par>
                                <p:cTn id="14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1" dur="15"/>
                                        <p:tgtEl>
                                          <p:spTgt spid="3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62" fill="hold">
                            <p:stCondLst>
                              <p:cond delay="1710"/>
                            </p:stCondLst>
                            <p:childTnLst>
                              <p:par>
                                <p:cTn id="14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5" dur="15"/>
                                        <p:tgtEl>
                                          <p:spTgt spid="3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66" fill="hold">
                            <p:stCondLst>
                              <p:cond delay="1725"/>
                            </p:stCondLst>
                            <p:childTnLst>
                              <p:par>
                                <p:cTn id="14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9" dur="15"/>
                                        <p:tgtEl>
                                          <p:spTgt spid="3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0" fill="hold">
                            <p:stCondLst>
                              <p:cond delay="1740"/>
                            </p:stCondLst>
                            <p:childTnLst>
                              <p:par>
                                <p:cTn id="14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3" dur="15"/>
                                        <p:tgtEl>
                                          <p:spTgt spid="3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4" fill="hold">
                            <p:stCondLst>
                              <p:cond delay="1755"/>
                            </p:stCondLst>
                            <p:childTnLst>
                              <p:par>
                                <p:cTn id="14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7" dur="15"/>
                                        <p:tgtEl>
                                          <p:spTgt spid="3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8" fill="hold">
                            <p:stCondLst>
                              <p:cond delay="1770"/>
                            </p:stCondLst>
                            <p:childTnLst>
                              <p:par>
                                <p:cTn id="14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1" dur="15"/>
                                        <p:tgtEl>
                                          <p:spTgt spid="3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2" fill="hold">
                            <p:stCondLst>
                              <p:cond delay="1785"/>
                            </p:stCondLst>
                            <p:childTnLst>
                              <p:par>
                                <p:cTn id="148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5" dur="15"/>
                                        <p:tgtEl>
                                          <p:spTgt spid="3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6" fill="hold">
                            <p:stCondLst>
                              <p:cond delay="1800"/>
                            </p:stCondLst>
                            <p:childTnLst>
                              <p:par>
                                <p:cTn id="148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9" dur="15"/>
                                        <p:tgtEl>
                                          <p:spTgt spid="3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0" fill="hold">
                            <p:stCondLst>
                              <p:cond delay="1815"/>
                            </p:stCondLst>
                            <p:childTnLst>
                              <p:par>
                                <p:cTn id="14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3" dur="15"/>
                                        <p:tgtEl>
                                          <p:spTgt spid="3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4" fill="hold">
                            <p:stCondLst>
                              <p:cond delay="1830"/>
                            </p:stCondLst>
                            <p:childTnLst>
                              <p:par>
                                <p:cTn id="149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7" dur="15"/>
                                        <p:tgtEl>
                                          <p:spTgt spid="3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8" fill="hold">
                            <p:stCondLst>
                              <p:cond delay="1845"/>
                            </p:stCondLst>
                            <p:childTnLst>
                              <p:par>
                                <p:cTn id="149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1" dur="15"/>
                                        <p:tgtEl>
                                          <p:spTgt spid="3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02" fill="hold">
                            <p:stCondLst>
                              <p:cond delay="1860"/>
                            </p:stCondLst>
                            <p:childTnLst>
                              <p:par>
                                <p:cTn id="15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5" dur="15"/>
                                        <p:tgtEl>
                                          <p:spTgt spid="3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06" fill="hold">
                            <p:stCondLst>
                              <p:cond delay="1875"/>
                            </p:stCondLst>
                            <p:childTnLst>
                              <p:par>
                                <p:cTn id="150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9" dur="15"/>
                                        <p:tgtEl>
                                          <p:spTgt spid="3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0" fill="hold">
                            <p:stCondLst>
                              <p:cond delay="1890"/>
                            </p:stCondLst>
                            <p:childTnLst>
                              <p:par>
                                <p:cTn id="15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3" dur="15"/>
                                        <p:tgtEl>
                                          <p:spTgt spid="3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4" fill="hold">
                            <p:stCondLst>
                              <p:cond delay="1905"/>
                            </p:stCondLst>
                            <p:childTnLst>
                              <p:par>
                                <p:cTn id="15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7" dur="15"/>
                                        <p:tgtEl>
                                          <p:spTgt spid="3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8" fill="hold">
                            <p:stCondLst>
                              <p:cond delay="1920"/>
                            </p:stCondLst>
                            <p:childTnLst>
                              <p:par>
                                <p:cTn id="15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1" dur="15"/>
                                        <p:tgtEl>
                                          <p:spTgt spid="3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2" fill="hold">
                            <p:stCondLst>
                              <p:cond delay="1935"/>
                            </p:stCondLst>
                            <p:childTnLst>
                              <p:par>
                                <p:cTn id="15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5" dur="15"/>
                                        <p:tgtEl>
                                          <p:spTgt spid="3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6" fill="hold">
                            <p:stCondLst>
                              <p:cond delay="1950"/>
                            </p:stCondLst>
                            <p:childTnLst>
                              <p:par>
                                <p:cTn id="15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9" dur="15"/>
                                        <p:tgtEl>
                                          <p:spTgt spid="3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0" fill="hold">
                            <p:stCondLst>
                              <p:cond delay="1965"/>
                            </p:stCondLst>
                            <p:childTnLst>
                              <p:par>
                                <p:cTn id="15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3" dur="15"/>
                                        <p:tgtEl>
                                          <p:spTgt spid="3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4" fill="hold">
                            <p:stCondLst>
                              <p:cond delay="1980"/>
                            </p:stCondLst>
                            <p:childTnLst>
                              <p:par>
                                <p:cTn id="15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7" dur="15"/>
                                        <p:tgtEl>
                                          <p:spTgt spid="3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8" fill="hold">
                            <p:stCondLst>
                              <p:cond delay="1995"/>
                            </p:stCondLst>
                            <p:childTnLst>
                              <p:par>
                                <p:cTn id="15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1" dur="15"/>
                                        <p:tgtEl>
                                          <p:spTgt spid="3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2" fill="hold">
                            <p:stCondLst>
                              <p:cond delay="2010"/>
                            </p:stCondLst>
                            <p:childTnLst>
                              <p:par>
                                <p:cTn id="15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5" dur="15"/>
                                        <p:tgtEl>
                                          <p:spTgt spid="3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6" fill="hold">
                            <p:stCondLst>
                              <p:cond delay="2025"/>
                            </p:stCondLst>
                            <p:childTnLst>
                              <p:par>
                                <p:cTn id="15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9" dur="15"/>
                                        <p:tgtEl>
                                          <p:spTgt spid="3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0" fill="hold">
                            <p:stCondLst>
                              <p:cond delay="2040"/>
                            </p:stCondLst>
                            <p:childTnLst>
                              <p:par>
                                <p:cTn id="15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3" dur="15"/>
                                        <p:tgtEl>
                                          <p:spTgt spid="3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4" fill="hold">
                            <p:stCondLst>
                              <p:cond delay="2055"/>
                            </p:stCondLst>
                            <p:childTnLst>
                              <p:par>
                                <p:cTn id="15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7" dur="15"/>
                                        <p:tgtEl>
                                          <p:spTgt spid="3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8" fill="hold">
                            <p:stCondLst>
                              <p:cond delay="2070"/>
                            </p:stCondLst>
                            <p:childTnLst>
                              <p:par>
                                <p:cTn id="15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1" dur="15"/>
                                        <p:tgtEl>
                                          <p:spTgt spid="3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62" fill="hold">
                            <p:stCondLst>
                              <p:cond delay="2085"/>
                            </p:stCondLst>
                            <p:childTnLst>
                              <p:par>
                                <p:cTn id="15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5" dur="15"/>
                                        <p:tgtEl>
                                          <p:spTgt spid="3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66" fill="hold">
                            <p:stCondLst>
                              <p:cond delay="2100"/>
                            </p:stCondLst>
                            <p:childTnLst>
                              <p:par>
                                <p:cTn id="15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9" dur="15"/>
                                        <p:tgtEl>
                                          <p:spTgt spid="3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0" fill="hold">
                            <p:stCondLst>
                              <p:cond delay="2115"/>
                            </p:stCondLst>
                            <p:childTnLst>
                              <p:par>
                                <p:cTn id="15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3" dur="15"/>
                                        <p:tgtEl>
                                          <p:spTgt spid="3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4" fill="hold">
                            <p:stCondLst>
                              <p:cond delay="2130"/>
                            </p:stCondLst>
                            <p:childTnLst>
                              <p:par>
                                <p:cTn id="15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7" dur="15"/>
                                        <p:tgtEl>
                                          <p:spTgt spid="3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8" fill="hold">
                            <p:stCondLst>
                              <p:cond delay="2145"/>
                            </p:stCondLst>
                            <p:childTnLst>
                              <p:par>
                                <p:cTn id="15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1" dur="15"/>
                                        <p:tgtEl>
                                          <p:spTgt spid="3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2" fill="hold">
                            <p:stCondLst>
                              <p:cond delay="2160"/>
                            </p:stCondLst>
                            <p:childTnLst>
                              <p:par>
                                <p:cTn id="158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5" dur="15"/>
                                        <p:tgtEl>
                                          <p:spTgt spid="3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6" fill="hold">
                            <p:stCondLst>
                              <p:cond delay="2175"/>
                            </p:stCondLst>
                            <p:childTnLst>
                              <p:par>
                                <p:cTn id="158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9" dur="15"/>
                                        <p:tgtEl>
                                          <p:spTgt spid="3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0" fill="hold">
                            <p:stCondLst>
                              <p:cond delay="2190"/>
                            </p:stCondLst>
                            <p:childTnLst>
                              <p:par>
                                <p:cTn id="15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3" dur="15"/>
                                        <p:tgtEl>
                                          <p:spTgt spid="3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4" fill="hold">
                            <p:stCondLst>
                              <p:cond delay="2205"/>
                            </p:stCondLst>
                            <p:childTnLst>
                              <p:par>
                                <p:cTn id="159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7" dur="15"/>
                                        <p:tgtEl>
                                          <p:spTgt spid="3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8" fill="hold">
                            <p:stCondLst>
                              <p:cond delay="2220"/>
                            </p:stCondLst>
                            <p:childTnLst>
                              <p:par>
                                <p:cTn id="159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1" dur="15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2" fill="hold">
                            <p:stCondLst>
                              <p:cond delay="2235"/>
                            </p:stCondLst>
                            <p:childTnLst>
                              <p:par>
                                <p:cTn id="16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5" dur="15"/>
                                        <p:tgtEl>
                                          <p:spTgt spid="4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6" fill="hold">
                            <p:stCondLst>
                              <p:cond delay="2250"/>
                            </p:stCondLst>
                            <p:childTnLst>
                              <p:par>
                                <p:cTn id="160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9" dur="15"/>
                                        <p:tgtEl>
                                          <p:spTgt spid="4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0" fill="hold">
                            <p:stCondLst>
                              <p:cond delay="2265"/>
                            </p:stCondLst>
                            <p:childTnLst>
                              <p:par>
                                <p:cTn id="16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3" dur="15"/>
                                        <p:tgtEl>
                                          <p:spTgt spid="4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4" fill="hold">
                            <p:stCondLst>
                              <p:cond delay="2280"/>
                            </p:stCondLst>
                            <p:childTnLst>
                              <p:par>
                                <p:cTn id="16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7" dur="15"/>
                                        <p:tgtEl>
                                          <p:spTgt spid="4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8" fill="hold">
                            <p:stCondLst>
                              <p:cond delay="2295"/>
                            </p:stCondLst>
                            <p:childTnLst>
                              <p:par>
                                <p:cTn id="16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1" dur="15"/>
                                        <p:tgtEl>
                                          <p:spTgt spid="4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2" fill="hold">
                            <p:stCondLst>
                              <p:cond delay="2310"/>
                            </p:stCondLst>
                            <p:childTnLst>
                              <p:par>
                                <p:cTn id="16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5" dur="15"/>
                                        <p:tgtEl>
                                          <p:spTgt spid="4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6" fill="hold">
                            <p:stCondLst>
                              <p:cond delay="2325"/>
                            </p:stCondLst>
                            <p:childTnLst>
                              <p:par>
                                <p:cTn id="16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9" dur="15"/>
                                        <p:tgtEl>
                                          <p:spTgt spid="4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0" fill="hold">
                            <p:stCondLst>
                              <p:cond delay="2340"/>
                            </p:stCondLst>
                            <p:childTnLst>
                              <p:par>
                                <p:cTn id="16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3" dur="15"/>
                                        <p:tgtEl>
                                          <p:spTgt spid="4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4" fill="hold">
                            <p:stCondLst>
                              <p:cond delay="2355"/>
                            </p:stCondLst>
                            <p:childTnLst>
                              <p:par>
                                <p:cTn id="16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7" dur="15"/>
                                        <p:tgtEl>
                                          <p:spTgt spid="4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8" fill="hold">
                            <p:stCondLst>
                              <p:cond delay="2370"/>
                            </p:stCondLst>
                            <p:childTnLst>
                              <p:par>
                                <p:cTn id="16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1" dur="15"/>
                                        <p:tgtEl>
                                          <p:spTgt spid="4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2" fill="hold">
                            <p:stCondLst>
                              <p:cond delay="2385"/>
                            </p:stCondLst>
                            <p:childTnLst>
                              <p:par>
                                <p:cTn id="16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5" dur="15"/>
                                        <p:tgtEl>
                                          <p:spTgt spid="4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6" fill="hold">
                            <p:stCondLst>
                              <p:cond delay="2400"/>
                            </p:stCondLst>
                            <p:childTnLst>
                              <p:par>
                                <p:cTn id="16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9" dur="15"/>
                                        <p:tgtEl>
                                          <p:spTgt spid="4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50" fill="hold">
                            <p:stCondLst>
                              <p:cond delay="2415"/>
                            </p:stCondLst>
                            <p:childTnLst>
                              <p:par>
                                <p:cTn id="16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3" dur="15"/>
                                        <p:tgtEl>
                                          <p:spTgt spid="4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54" fill="hold">
                            <p:stCondLst>
                              <p:cond delay="2430"/>
                            </p:stCondLst>
                            <p:childTnLst>
                              <p:par>
                                <p:cTn id="16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7" dur="15"/>
                                        <p:tgtEl>
                                          <p:spTgt spid="4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58" fill="hold">
                            <p:stCondLst>
                              <p:cond delay="2445"/>
                            </p:stCondLst>
                            <p:childTnLst>
                              <p:par>
                                <p:cTn id="16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1" dur="15"/>
                                        <p:tgtEl>
                                          <p:spTgt spid="4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62" fill="hold">
                            <p:stCondLst>
                              <p:cond delay="2460"/>
                            </p:stCondLst>
                            <p:childTnLst>
                              <p:par>
                                <p:cTn id="16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5" dur="15"/>
                                        <p:tgtEl>
                                          <p:spTgt spid="4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66" fill="hold">
                            <p:stCondLst>
                              <p:cond delay="2475"/>
                            </p:stCondLst>
                            <p:childTnLst>
                              <p:par>
                                <p:cTn id="16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9" dur="15"/>
                                        <p:tgtEl>
                                          <p:spTgt spid="4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0" fill="hold">
                            <p:stCondLst>
                              <p:cond delay="2490"/>
                            </p:stCondLst>
                            <p:childTnLst>
                              <p:par>
                                <p:cTn id="16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3" dur="15"/>
                                        <p:tgtEl>
                                          <p:spTgt spid="4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4" fill="hold">
                            <p:stCondLst>
                              <p:cond delay="2505"/>
                            </p:stCondLst>
                            <p:childTnLst>
                              <p:par>
                                <p:cTn id="16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7" dur="15"/>
                                        <p:tgtEl>
                                          <p:spTgt spid="4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8" fill="hold">
                            <p:stCondLst>
                              <p:cond delay="2520"/>
                            </p:stCondLst>
                            <p:childTnLst>
                              <p:par>
                                <p:cTn id="16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1" dur="15"/>
                                        <p:tgtEl>
                                          <p:spTgt spid="4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82" fill="hold">
                            <p:stCondLst>
                              <p:cond delay="2535"/>
                            </p:stCondLst>
                            <p:childTnLst>
                              <p:par>
                                <p:cTn id="168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5" dur="15"/>
                                        <p:tgtEl>
                                          <p:spTgt spid="4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86" fill="hold">
                            <p:stCondLst>
                              <p:cond delay="2550"/>
                            </p:stCondLst>
                            <p:childTnLst>
                              <p:par>
                                <p:cTn id="168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9" dur="15"/>
                                        <p:tgtEl>
                                          <p:spTgt spid="4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90" fill="hold">
                            <p:stCondLst>
                              <p:cond delay="2565"/>
                            </p:stCondLst>
                            <p:childTnLst>
                              <p:par>
                                <p:cTn id="16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3" dur="15"/>
                                        <p:tgtEl>
                                          <p:spTgt spid="4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94" fill="hold">
                            <p:stCondLst>
                              <p:cond delay="2580"/>
                            </p:stCondLst>
                            <p:childTnLst>
                              <p:par>
                                <p:cTn id="169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7" dur="15"/>
                                        <p:tgtEl>
                                          <p:spTgt spid="4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98" fill="hold">
                            <p:stCondLst>
                              <p:cond delay="2595"/>
                            </p:stCondLst>
                            <p:childTnLst>
                              <p:par>
                                <p:cTn id="169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1" dur="15"/>
                                        <p:tgtEl>
                                          <p:spTgt spid="4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2" fill="hold">
                            <p:stCondLst>
                              <p:cond delay="2610"/>
                            </p:stCondLst>
                            <p:childTnLst>
                              <p:par>
                                <p:cTn id="17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5" dur="15"/>
                                        <p:tgtEl>
                                          <p:spTgt spid="4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6" fill="hold">
                            <p:stCondLst>
                              <p:cond delay="2625"/>
                            </p:stCondLst>
                            <p:childTnLst>
                              <p:par>
                                <p:cTn id="170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9" dur="15"/>
                                        <p:tgtEl>
                                          <p:spTgt spid="4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0" fill="hold">
                            <p:stCondLst>
                              <p:cond delay="2640"/>
                            </p:stCondLst>
                            <p:childTnLst>
                              <p:par>
                                <p:cTn id="17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3" dur="15"/>
                                        <p:tgtEl>
                                          <p:spTgt spid="4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4" fill="hold">
                            <p:stCondLst>
                              <p:cond delay="2655"/>
                            </p:stCondLst>
                            <p:childTnLst>
                              <p:par>
                                <p:cTn id="17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7" dur="15"/>
                                        <p:tgtEl>
                                          <p:spTgt spid="4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8" fill="hold">
                            <p:stCondLst>
                              <p:cond delay="2670"/>
                            </p:stCondLst>
                            <p:childTnLst>
                              <p:par>
                                <p:cTn id="17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1" dur="15"/>
                                        <p:tgtEl>
                                          <p:spTgt spid="4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2" fill="hold">
                            <p:stCondLst>
                              <p:cond delay="2685"/>
                            </p:stCondLst>
                            <p:childTnLst>
                              <p:par>
                                <p:cTn id="17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5" dur="15"/>
                                        <p:tgtEl>
                                          <p:spTgt spid="4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9" dur="15"/>
                                        <p:tgtEl>
                                          <p:spTgt spid="4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30" fill="hold">
                            <p:stCondLst>
                              <p:cond delay="2715"/>
                            </p:stCondLst>
                            <p:childTnLst>
                              <p:par>
                                <p:cTn id="17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3" dur="15"/>
                                        <p:tgtEl>
                                          <p:spTgt spid="4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34" fill="hold">
                            <p:stCondLst>
                              <p:cond delay="2730"/>
                            </p:stCondLst>
                            <p:childTnLst>
                              <p:par>
                                <p:cTn id="17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7" dur="15"/>
                                        <p:tgtEl>
                                          <p:spTgt spid="4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38" fill="hold">
                            <p:stCondLst>
                              <p:cond delay="2745"/>
                            </p:stCondLst>
                            <p:childTnLst>
                              <p:par>
                                <p:cTn id="17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1" dur="15"/>
                                        <p:tgtEl>
                                          <p:spTgt spid="4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42" fill="hold">
                            <p:stCondLst>
                              <p:cond delay="2760"/>
                            </p:stCondLst>
                            <p:childTnLst>
                              <p:par>
                                <p:cTn id="17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5" dur="15"/>
                                        <p:tgtEl>
                                          <p:spTgt spid="4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46" fill="hold">
                            <p:stCondLst>
                              <p:cond delay="2775"/>
                            </p:stCondLst>
                            <p:childTnLst>
                              <p:par>
                                <p:cTn id="17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9" dur="15"/>
                                        <p:tgtEl>
                                          <p:spTgt spid="4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50" fill="hold">
                            <p:stCondLst>
                              <p:cond delay="2790"/>
                            </p:stCondLst>
                            <p:childTnLst>
                              <p:par>
                                <p:cTn id="17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3" dur="15"/>
                                        <p:tgtEl>
                                          <p:spTgt spid="4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54" fill="hold">
                            <p:stCondLst>
                              <p:cond delay="2805"/>
                            </p:stCondLst>
                            <p:childTnLst>
                              <p:par>
                                <p:cTn id="17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7" dur="15"/>
                                        <p:tgtEl>
                                          <p:spTgt spid="4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58" fill="hold">
                            <p:stCondLst>
                              <p:cond delay="2820"/>
                            </p:stCondLst>
                            <p:childTnLst>
                              <p:par>
                                <p:cTn id="17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1" dur="15"/>
                                        <p:tgtEl>
                                          <p:spTgt spid="4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2" fill="hold">
                            <p:stCondLst>
                              <p:cond delay="2835"/>
                            </p:stCondLst>
                            <p:childTnLst>
                              <p:par>
                                <p:cTn id="17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5" dur="15"/>
                                        <p:tgtEl>
                                          <p:spTgt spid="4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6" fill="hold">
                            <p:stCondLst>
                              <p:cond delay="2850"/>
                            </p:stCondLst>
                            <p:childTnLst>
                              <p:par>
                                <p:cTn id="17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9" dur="15"/>
                                        <p:tgtEl>
                                          <p:spTgt spid="4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0" fill="hold">
                            <p:stCondLst>
                              <p:cond delay="2865"/>
                            </p:stCondLst>
                            <p:childTnLst>
                              <p:par>
                                <p:cTn id="17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3" dur="15"/>
                                        <p:tgtEl>
                                          <p:spTgt spid="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4" fill="hold">
                            <p:stCondLst>
                              <p:cond delay="2880"/>
                            </p:stCondLst>
                            <p:childTnLst>
                              <p:par>
                                <p:cTn id="17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7" dur="15"/>
                                        <p:tgtEl>
                                          <p:spTgt spid="4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8" fill="hold">
                            <p:stCondLst>
                              <p:cond delay="2895"/>
                            </p:stCondLst>
                            <p:childTnLst>
                              <p:par>
                                <p:cTn id="17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1" dur="15"/>
                                        <p:tgtEl>
                                          <p:spTgt spid="4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82" fill="hold">
                            <p:stCondLst>
                              <p:cond delay="2910"/>
                            </p:stCondLst>
                            <p:childTnLst>
                              <p:par>
                                <p:cTn id="178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5" dur="15"/>
                                        <p:tgtEl>
                                          <p:spTgt spid="4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86" fill="hold">
                            <p:stCondLst>
                              <p:cond delay="2925"/>
                            </p:stCondLst>
                            <p:childTnLst>
                              <p:par>
                                <p:cTn id="178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9" dur="15"/>
                                        <p:tgtEl>
                                          <p:spTgt spid="4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0" fill="hold">
                            <p:stCondLst>
                              <p:cond delay="2940"/>
                            </p:stCondLst>
                            <p:childTnLst>
                              <p:par>
                                <p:cTn id="17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3" dur="15"/>
                                        <p:tgtEl>
                                          <p:spTgt spid="4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4" fill="hold">
                            <p:stCondLst>
                              <p:cond delay="2955"/>
                            </p:stCondLst>
                            <p:childTnLst>
                              <p:par>
                                <p:cTn id="179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7" dur="15"/>
                                        <p:tgtEl>
                                          <p:spTgt spid="4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8" fill="hold">
                            <p:stCondLst>
                              <p:cond delay="2970"/>
                            </p:stCondLst>
                            <p:childTnLst>
                              <p:par>
                                <p:cTn id="179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1" dur="15"/>
                                        <p:tgtEl>
                                          <p:spTgt spid="4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2" fill="hold">
                            <p:stCondLst>
                              <p:cond delay="2985"/>
                            </p:stCondLst>
                            <p:childTnLst>
                              <p:par>
                                <p:cTn id="18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5" dur="15"/>
                                        <p:tgtEl>
                                          <p:spTgt spid="4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6" fill="hold">
                            <p:stCondLst>
                              <p:cond delay="3000"/>
                            </p:stCondLst>
                            <p:childTnLst>
                              <p:par>
                                <p:cTn id="180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9" dur="15"/>
                                        <p:tgtEl>
                                          <p:spTgt spid="4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10" fill="hold">
                            <p:stCondLst>
                              <p:cond delay="3015"/>
                            </p:stCondLst>
                            <p:childTnLst>
                              <p:par>
                                <p:cTn id="18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3" dur="15"/>
                                        <p:tgtEl>
                                          <p:spTgt spid="4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14" fill="hold">
                            <p:stCondLst>
                              <p:cond delay="3030"/>
                            </p:stCondLst>
                            <p:childTnLst>
                              <p:par>
                                <p:cTn id="18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7" dur="15"/>
                                        <p:tgtEl>
                                          <p:spTgt spid="4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18" fill="hold">
                            <p:stCondLst>
                              <p:cond delay="3045"/>
                            </p:stCondLst>
                            <p:childTnLst>
                              <p:par>
                                <p:cTn id="18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1" dur="15"/>
                                        <p:tgtEl>
                                          <p:spTgt spid="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2" fill="hold">
                            <p:stCondLst>
                              <p:cond delay="3060"/>
                            </p:stCondLst>
                            <p:childTnLst>
                              <p:par>
                                <p:cTn id="18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5" dur="15"/>
                                        <p:tgtEl>
                                          <p:spTgt spid="4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6" fill="hold">
                            <p:stCondLst>
                              <p:cond delay="3075"/>
                            </p:stCondLst>
                            <p:childTnLst>
                              <p:par>
                                <p:cTn id="18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9" dur="15"/>
                                        <p:tgtEl>
                                          <p:spTgt spid="4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0" fill="hold">
                            <p:stCondLst>
                              <p:cond delay="3090"/>
                            </p:stCondLst>
                            <p:childTnLst>
                              <p:par>
                                <p:cTn id="18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3" dur="15"/>
                                        <p:tgtEl>
                                          <p:spTgt spid="4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4" fill="hold">
                            <p:stCondLst>
                              <p:cond delay="3105"/>
                            </p:stCondLst>
                            <p:childTnLst>
                              <p:par>
                                <p:cTn id="18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7" dur="15"/>
                                        <p:tgtEl>
                                          <p:spTgt spid="4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8" fill="hold">
                            <p:stCondLst>
                              <p:cond delay="3120"/>
                            </p:stCondLst>
                            <p:childTnLst>
                              <p:par>
                                <p:cTn id="18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1" dur="15"/>
                                        <p:tgtEl>
                                          <p:spTgt spid="4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2" fill="hold">
                            <p:stCondLst>
                              <p:cond delay="3135"/>
                            </p:stCondLst>
                            <p:childTnLst>
                              <p:par>
                                <p:cTn id="18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5" dur="15"/>
                                        <p:tgtEl>
                                          <p:spTgt spid="4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6" fill="hold">
                            <p:stCondLst>
                              <p:cond delay="3150"/>
                            </p:stCondLst>
                            <p:childTnLst>
                              <p:par>
                                <p:cTn id="18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9" dur="15"/>
                                        <p:tgtEl>
                                          <p:spTgt spid="4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50" fill="hold">
                            <p:stCondLst>
                              <p:cond delay="3165"/>
                            </p:stCondLst>
                            <p:childTnLst>
                              <p:par>
                                <p:cTn id="18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3" dur="15"/>
                                        <p:tgtEl>
                                          <p:spTgt spid="4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54" fill="hold">
                            <p:stCondLst>
                              <p:cond delay="3180"/>
                            </p:stCondLst>
                            <p:childTnLst>
                              <p:par>
                                <p:cTn id="18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7" dur="15"/>
                                        <p:tgtEl>
                                          <p:spTgt spid="4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58" fill="hold">
                            <p:stCondLst>
                              <p:cond delay="3195"/>
                            </p:stCondLst>
                            <p:childTnLst>
                              <p:par>
                                <p:cTn id="18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1" dur="15"/>
                                        <p:tgtEl>
                                          <p:spTgt spid="4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62" fill="hold">
                            <p:stCondLst>
                              <p:cond delay="3210"/>
                            </p:stCondLst>
                            <p:childTnLst>
                              <p:par>
                                <p:cTn id="18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5" dur="15"/>
                                        <p:tgtEl>
                                          <p:spTgt spid="4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66" fill="hold">
                            <p:stCondLst>
                              <p:cond delay="3225"/>
                            </p:stCondLst>
                            <p:childTnLst>
                              <p:par>
                                <p:cTn id="18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9" dur="15"/>
                                        <p:tgtEl>
                                          <p:spTgt spid="4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0" fill="hold">
                            <p:stCondLst>
                              <p:cond delay="3240"/>
                            </p:stCondLst>
                            <p:childTnLst>
                              <p:par>
                                <p:cTn id="18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3" dur="15"/>
                                        <p:tgtEl>
                                          <p:spTgt spid="4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4" fill="hold">
                            <p:stCondLst>
                              <p:cond delay="3255"/>
                            </p:stCondLst>
                            <p:childTnLst>
                              <p:par>
                                <p:cTn id="18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7" dur="15"/>
                                        <p:tgtEl>
                                          <p:spTgt spid="4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8" fill="hold">
                            <p:stCondLst>
                              <p:cond delay="3270"/>
                            </p:stCondLst>
                            <p:childTnLst>
                              <p:par>
                                <p:cTn id="18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1" dur="15"/>
                                        <p:tgtEl>
                                          <p:spTgt spid="4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2" fill="hold">
                            <p:stCondLst>
                              <p:cond delay="3285"/>
                            </p:stCondLst>
                            <p:childTnLst>
                              <p:par>
                                <p:cTn id="188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5" dur="15"/>
                                        <p:tgtEl>
                                          <p:spTgt spid="4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6" fill="hold">
                            <p:stCondLst>
                              <p:cond delay="3300"/>
                            </p:stCondLst>
                            <p:childTnLst>
                              <p:par>
                                <p:cTn id="188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9" dur="15"/>
                                        <p:tgtEl>
                                          <p:spTgt spid="4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0" fill="hold">
                            <p:stCondLst>
                              <p:cond delay="3315"/>
                            </p:stCondLst>
                            <p:childTnLst>
                              <p:par>
                                <p:cTn id="18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3" dur="15"/>
                                        <p:tgtEl>
                                          <p:spTgt spid="4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4" fill="hold">
                            <p:stCondLst>
                              <p:cond delay="3330"/>
                            </p:stCondLst>
                            <p:childTnLst>
                              <p:par>
                                <p:cTn id="189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7" dur="15"/>
                                        <p:tgtEl>
                                          <p:spTgt spid="4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8" fill="hold">
                            <p:stCondLst>
                              <p:cond delay="3345"/>
                            </p:stCondLst>
                            <p:childTnLst>
                              <p:par>
                                <p:cTn id="189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1" dur="15"/>
                                        <p:tgtEl>
                                          <p:spTgt spid="4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2" fill="hold">
                            <p:stCondLst>
                              <p:cond delay="3360"/>
                            </p:stCondLst>
                            <p:childTnLst>
                              <p:par>
                                <p:cTn id="19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5" dur="15"/>
                                        <p:tgtEl>
                                          <p:spTgt spid="4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6" fill="hold">
                            <p:stCondLst>
                              <p:cond delay="3375"/>
                            </p:stCondLst>
                            <p:childTnLst>
                              <p:par>
                                <p:cTn id="190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9" dur="15"/>
                                        <p:tgtEl>
                                          <p:spTgt spid="4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10" fill="hold">
                            <p:stCondLst>
                              <p:cond delay="3390"/>
                            </p:stCondLst>
                            <p:childTnLst>
                              <p:par>
                                <p:cTn id="19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3" dur="15"/>
                                        <p:tgtEl>
                                          <p:spTgt spid="4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14" fill="hold">
                            <p:stCondLst>
                              <p:cond delay="3405"/>
                            </p:stCondLst>
                            <p:childTnLst>
                              <p:par>
                                <p:cTn id="19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7" dur="15"/>
                                        <p:tgtEl>
                                          <p:spTgt spid="4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18" fill="hold">
                            <p:stCondLst>
                              <p:cond delay="3420"/>
                            </p:stCondLst>
                            <p:childTnLst>
                              <p:par>
                                <p:cTn id="19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1" dur="15"/>
                                        <p:tgtEl>
                                          <p:spTgt spid="4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2" fill="hold">
                            <p:stCondLst>
                              <p:cond delay="3435"/>
                            </p:stCondLst>
                            <p:childTnLst>
                              <p:par>
                                <p:cTn id="19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5" dur="15"/>
                                        <p:tgtEl>
                                          <p:spTgt spid="4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6" fill="hold">
                            <p:stCondLst>
                              <p:cond delay="3450"/>
                            </p:stCondLst>
                            <p:childTnLst>
                              <p:par>
                                <p:cTn id="19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9" dur="15"/>
                                        <p:tgtEl>
                                          <p:spTgt spid="4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0" fill="hold">
                            <p:stCondLst>
                              <p:cond delay="3465"/>
                            </p:stCondLst>
                            <p:childTnLst>
                              <p:par>
                                <p:cTn id="19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3" dur="15"/>
                                        <p:tgtEl>
                                          <p:spTgt spid="4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4" fill="hold">
                            <p:stCondLst>
                              <p:cond delay="3480"/>
                            </p:stCondLst>
                            <p:childTnLst>
                              <p:par>
                                <p:cTn id="19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7" dur="15"/>
                                        <p:tgtEl>
                                          <p:spTgt spid="4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8" fill="hold">
                            <p:stCondLst>
                              <p:cond delay="3495"/>
                            </p:stCondLst>
                            <p:childTnLst>
                              <p:par>
                                <p:cTn id="19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1" dur="15"/>
                                        <p:tgtEl>
                                          <p:spTgt spid="4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2" fill="hold">
                            <p:stCondLst>
                              <p:cond delay="3510"/>
                            </p:stCondLst>
                            <p:childTnLst>
                              <p:par>
                                <p:cTn id="19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5" dur="15"/>
                                        <p:tgtEl>
                                          <p:spTgt spid="4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6" fill="hold">
                            <p:stCondLst>
                              <p:cond delay="3525"/>
                            </p:stCondLst>
                            <p:childTnLst>
                              <p:par>
                                <p:cTn id="19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9" dur="15"/>
                                        <p:tgtEl>
                                          <p:spTgt spid="4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50" fill="hold">
                            <p:stCondLst>
                              <p:cond delay="3540"/>
                            </p:stCondLst>
                            <p:childTnLst>
                              <p:par>
                                <p:cTn id="19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3" dur="15"/>
                                        <p:tgtEl>
                                          <p:spTgt spid="4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54" fill="hold">
                            <p:stCondLst>
                              <p:cond delay="3555"/>
                            </p:stCondLst>
                            <p:childTnLst>
                              <p:par>
                                <p:cTn id="19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7" dur="15"/>
                                        <p:tgtEl>
                                          <p:spTgt spid="4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58" fill="hold">
                            <p:stCondLst>
                              <p:cond delay="3570"/>
                            </p:stCondLst>
                            <p:childTnLst>
                              <p:par>
                                <p:cTn id="19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1" dur="15"/>
                                        <p:tgtEl>
                                          <p:spTgt spid="4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62" fill="hold">
                            <p:stCondLst>
                              <p:cond delay="3585"/>
                            </p:stCondLst>
                            <p:childTnLst>
                              <p:par>
                                <p:cTn id="19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5" dur="15"/>
                                        <p:tgtEl>
                                          <p:spTgt spid="4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66" fill="hold">
                      <p:stCondLst>
                        <p:cond delay="indefinite"/>
                      </p:stCondLst>
                      <p:childTnLst>
                        <p:par>
                          <p:cTn id="1967" fill="hold">
                            <p:stCondLst>
                              <p:cond delay="0"/>
                            </p:stCondLst>
                            <p:childTnLst>
                              <p:par>
                                <p:cTn id="19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0" dur="100"/>
                                        <p:tgtEl>
                                          <p:spTgt spid="4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1" fill="hold">
                            <p:stCondLst>
                              <p:cond delay="100"/>
                            </p:stCondLst>
                            <p:childTnLst>
                              <p:par>
                                <p:cTn id="197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4" dur="100"/>
                                        <p:tgtEl>
                                          <p:spTgt spid="4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5" fill="hold">
                            <p:stCondLst>
                              <p:cond delay="200"/>
                            </p:stCondLst>
                            <p:childTnLst>
                              <p:par>
                                <p:cTn id="197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8" dur="100"/>
                                        <p:tgtEl>
                                          <p:spTgt spid="4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9" fill="hold">
                            <p:stCondLst>
                              <p:cond delay="300"/>
                            </p:stCondLst>
                            <p:childTnLst>
                              <p:par>
                                <p:cTn id="198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2" dur="100"/>
                                        <p:tgtEl>
                                          <p:spTgt spid="4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83" fill="hold">
                            <p:stCondLst>
                              <p:cond delay="400"/>
                            </p:stCondLst>
                            <p:childTnLst>
                              <p:par>
                                <p:cTn id="198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6" dur="100"/>
                                        <p:tgtEl>
                                          <p:spTgt spid="4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87" fill="hold">
                            <p:stCondLst>
                              <p:cond delay="500"/>
                            </p:stCondLst>
                            <p:childTnLst>
                              <p:par>
                                <p:cTn id="198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0" dur="100"/>
                                        <p:tgtEl>
                                          <p:spTgt spid="4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1" fill="hold">
                            <p:stCondLst>
                              <p:cond delay="600"/>
                            </p:stCondLst>
                            <p:childTnLst>
                              <p:par>
                                <p:cTn id="199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4" dur="100"/>
                                        <p:tgtEl>
                                          <p:spTgt spid="4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5" fill="hold">
                            <p:stCondLst>
                              <p:cond delay="700"/>
                            </p:stCondLst>
                            <p:childTnLst>
                              <p:par>
                                <p:cTn id="199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8" dur="100"/>
                                        <p:tgtEl>
                                          <p:spTgt spid="4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9" fill="hold">
                            <p:stCondLst>
                              <p:cond delay="800"/>
                            </p:stCondLst>
                            <p:childTnLst>
                              <p:par>
                                <p:cTn id="200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2" dur="100"/>
                                        <p:tgtEl>
                                          <p:spTgt spid="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03" fill="hold">
                            <p:stCondLst>
                              <p:cond delay="900"/>
                            </p:stCondLst>
                            <p:childTnLst>
                              <p:par>
                                <p:cTn id="200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6" dur="100"/>
                                        <p:tgtEl>
                                          <p:spTgt spid="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4">
            <a:extLst>
              <a:ext uri="{FF2B5EF4-FFF2-40B4-BE49-F238E27FC236}">
                <a16:creationId xmlns:a16="http://schemas.microsoft.com/office/drawing/2014/main" id="{A31DCC78-D3E7-3CAF-F96C-698D409170A2}"/>
              </a:ext>
            </a:extLst>
          </p:cNvPr>
          <p:cNvGrpSpPr/>
          <p:nvPr/>
        </p:nvGrpSpPr>
        <p:grpSpPr>
          <a:xfrm>
            <a:off x="1901664" y="2232674"/>
            <a:ext cx="720771" cy="3606774"/>
            <a:chOff x="1901664" y="2232674"/>
            <a:chExt cx="720771" cy="3606774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579C42FB-A02B-A110-9156-A1A3BF67797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01664" y="4043410"/>
              <a:ext cx="720771" cy="179603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4D5708CA-7926-EC8B-EAE0-27E6D04DDF8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01664" y="4043410"/>
              <a:ext cx="720771" cy="139528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E36E22AD-9C89-7923-6C7F-F020E2CD31E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01664" y="4043410"/>
              <a:ext cx="720771" cy="99453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320E7A51-5BE0-3C10-73DC-9BFEBD0CF3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01664" y="4043410"/>
              <a:ext cx="720771" cy="59378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1DEE6707-78E3-E184-A235-961873F080E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01664" y="4043410"/>
              <a:ext cx="720771" cy="19302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06502720-4729-31FB-CB1B-372F2F9B70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01664" y="3835686"/>
              <a:ext cx="720771" cy="20772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7D86836-C847-A76A-7C21-A946A72941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01664" y="3434933"/>
              <a:ext cx="720771" cy="60847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5C46D28C-582B-FA65-EAD3-DA1A9A0C48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01664" y="3034180"/>
              <a:ext cx="720771" cy="100923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31946CF6-0078-5386-ADF3-2B7945F648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01664" y="2232674"/>
              <a:ext cx="720771" cy="181073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620EEEE-0A03-BB33-3E95-BE2FDBC625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01664" y="2633427"/>
              <a:ext cx="720771" cy="140998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7" name="Group 546">
            <a:extLst>
              <a:ext uri="{FF2B5EF4-FFF2-40B4-BE49-F238E27FC236}">
                <a16:creationId xmlns:a16="http://schemas.microsoft.com/office/drawing/2014/main" id="{737CD670-4DB1-E6AB-E505-C29B5D080D35}"/>
              </a:ext>
            </a:extLst>
          </p:cNvPr>
          <p:cNvGrpSpPr/>
          <p:nvPr/>
        </p:nvGrpSpPr>
        <p:grpSpPr>
          <a:xfrm>
            <a:off x="6240563" y="1915459"/>
            <a:ext cx="3054952" cy="4102025"/>
            <a:chOff x="6240563" y="1915459"/>
            <a:chExt cx="3054952" cy="4102025"/>
          </a:xfrm>
        </p:grpSpPr>
        <p:cxnSp>
          <p:nvCxnSpPr>
            <p:cNvPr id="307" name="Straight Connector 306">
              <a:extLst>
                <a:ext uri="{FF2B5EF4-FFF2-40B4-BE49-F238E27FC236}">
                  <a16:creationId xmlns:a16="http://schemas.microsoft.com/office/drawing/2014/main" id="{6D0BA379-2B49-AC4C-52BE-6D4243E94B1C}"/>
                </a:ext>
              </a:extLst>
            </p:cNvPr>
            <p:cNvCxnSpPr>
              <a:cxnSpLocks/>
            </p:cNvCxnSpPr>
            <p:nvPr/>
          </p:nvCxnSpPr>
          <p:spPr>
            <a:xfrm>
              <a:off x="6244598" y="1915459"/>
              <a:ext cx="3050917" cy="29793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307">
              <a:extLst>
                <a:ext uri="{FF2B5EF4-FFF2-40B4-BE49-F238E27FC236}">
                  <a16:creationId xmlns:a16="http://schemas.microsoft.com/office/drawing/2014/main" id="{B2578963-0C63-191F-7F59-DF358E511B7A}"/>
                </a:ext>
              </a:extLst>
            </p:cNvPr>
            <p:cNvCxnSpPr/>
            <p:nvPr/>
          </p:nvCxnSpPr>
          <p:spPr>
            <a:xfrm>
              <a:off x="6244598" y="2093505"/>
              <a:ext cx="3050917" cy="11989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>
              <a:extLst>
                <a:ext uri="{FF2B5EF4-FFF2-40B4-BE49-F238E27FC236}">
                  <a16:creationId xmlns:a16="http://schemas.microsoft.com/office/drawing/2014/main" id="{0D85BF25-75AF-BD8A-AFF6-26D989DD1F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581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2CAD6E50-3AE6-D5B0-B2D1-43233D9EFF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23620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Straight Connector 310">
              <a:extLst>
                <a:ext uri="{FF2B5EF4-FFF2-40B4-BE49-F238E27FC236}">
                  <a16:creationId xmlns:a16="http://schemas.microsoft.com/office/drawing/2014/main" id="{BF122FA9-D5B8-9E67-2978-BE95A76BF5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41424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Straight Connector 311">
              <a:extLst>
                <a:ext uri="{FF2B5EF4-FFF2-40B4-BE49-F238E27FC236}">
                  <a16:creationId xmlns:a16="http://schemas.microsoft.com/office/drawing/2014/main" id="{C8E8AFFF-09FC-7CFE-006B-03D3BA29E6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59229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Straight Connector 312">
              <a:extLst>
                <a:ext uri="{FF2B5EF4-FFF2-40B4-BE49-F238E27FC236}">
                  <a16:creationId xmlns:a16="http://schemas.microsoft.com/office/drawing/2014/main" id="{AA3E2DCE-F76A-302F-03D1-19123A5010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77033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Straight Connector 313">
              <a:extLst>
                <a:ext uri="{FF2B5EF4-FFF2-40B4-BE49-F238E27FC236}">
                  <a16:creationId xmlns:a16="http://schemas.microsoft.com/office/drawing/2014/main" id="{0AA421F6-660D-9049-0DD3-D0852694A3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94838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Straight Connector 314">
              <a:extLst>
                <a:ext uri="{FF2B5EF4-FFF2-40B4-BE49-F238E27FC236}">
                  <a16:creationId xmlns:a16="http://schemas.microsoft.com/office/drawing/2014/main" id="{1B0CBCC5-3C3F-33A7-CCB3-99151F4FDC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112643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B371F98E-1600-CB22-A08A-E5AD6FF75B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130447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Straight Connector 316">
              <a:extLst>
                <a:ext uri="{FF2B5EF4-FFF2-40B4-BE49-F238E27FC236}">
                  <a16:creationId xmlns:a16="http://schemas.microsoft.com/office/drawing/2014/main" id="{5B9C3D8B-A480-7A53-CE4B-BAB73CF548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148252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Straight Connector 317">
              <a:extLst>
                <a:ext uri="{FF2B5EF4-FFF2-40B4-BE49-F238E27FC236}">
                  <a16:creationId xmlns:a16="http://schemas.microsoft.com/office/drawing/2014/main" id="{062542CA-CE43-2062-B527-65940A2DE4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166056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Straight Connector 318">
              <a:extLst>
                <a:ext uri="{FF2B5EF4-FFF2-40B4-BE49-F238E27FC236}">
                  <a16:creationId xmlns:a16="http://schemas.microsoft.com/office/drawing/2014/main" id="{CAE1A22D-CDFE-2C93-0C65-DE27F47379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183861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Straight Connector 319">
              <a:extLst>
                <a:ext uri="{FF2B5EF4-FFF2-40B4-BE49-F238E27FC236}">
                  <a16:creationId xmlns:a16="http://schemas.microsoft.com/office/drawing/2014/main" id="{D891D560-3E3F-88C5-0FF9-8856990F2A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201666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Straight Connector 320">
              <a:extLst>
                <a:ext uri="{FF2B5EF4-FFF2-40B4-BE49-F238E27FC236}">
                  <a16:creationId xmlns:a16="http://schemas.microsoft.com/office/drawing/2014/main" id="{F290D174-682D-3D9B-0A34-1B7BF7AB16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219470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Straight Connector 321">
              <a:extLst>
                <a:ext uri="{FF2B5EF4-FFF2-40B4-BE49-F238E27FC236}">
                  <a16:creationId xmlns:a16="http://schemas.microsoft.com/office/drawing/2014/main" id="{D47949F6-DDAE-F999-34C4-C8912CB03C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237275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Straight Connector 322">
              <a:extLst>
                <a:ext uri="{FF2B5EF4-FFF2-40B4-BE49-F238E27FC236}">
                  <a16:creationId xmlns:a16="http://schemas.microsoft.com/office/drawing/2014/main" id="{D96BEF8B-0FC3-78FF-A5BF-5E39AAE4CC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255079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Straight Connector 323">
              <a:extLst>
                <a:ext uri="{FF2B5EF4-FFF2-40B4-BE49-F238E27FC236}">
                  <a16:creationId xmlns:a16="http://schemas.microsoft.com/office/drawing/2014/main" id="{F42386F3-715E-B2FB-D8C6-85386A459A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272884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Straight Connector 324">
              <a:extLst>
                <a:ext uri="{FF2B5EF4-FFF2-40B4-BE49-F238E27FC236}">
                  <a16:creationId xmlns:a16="http://schemas.microsoft.com/office/drawing/2014/main" id="{5D9FC0F4-B69B-0B74-472C-DDA5C40238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290689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Straight Connector 325">
              <a:extLst>
                <a:ext uri="{FF2B5EF4-FFF2-40B4-BE49-F238E27FC236}">
                  <a16:creationId xmlns:a16="http://schemas.microsoft.com/office/drawing/2014/main" id="{3096C2AB-EB91-7A18-FF01-45404190D33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308493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Straight Connector 326">
              <a:extLst>
                <a:ext uri="{FF2B5EF4-FFF2-40B4-BE49-F238E27FC236}">
                  <a16:creationId xmlns:a16="http://schemas.microsoft.com/office/drawing/2014/main" id="{A2307389-086C-1ADC-267B-3203AA94FB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326298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Connector 327">
              <a:extLst>
                <a:ext uri="{FF2B5EF4-FFF2-40B4-BE49-F238E27FC236}">
                  <a16:creationId xmlns:a16="http://schemas.microsoft.com/office/drawing/2014/main" id="{A6E387B1-D21F-0AE2-7227-55BD0C22B1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344102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Straight Connector 328">
              <a:extLst>
                <a:ext uri="{FF2B5EF4-FFF2-40B4-BE49-F238E27FC236}">
                  <a16:creationId xmlns:a16="http://schemas.microsoft.com/office/drawing/2014/main" id="{0168EEB6-773E-9D8A-560A-0DDE63DBE2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361907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Straight Connector 329">
              <a:extLst>
                <a:ext uri="{FF2B5EF4-FFF2-40B4-BE49-F238E27FC236}">
                  <a16:creationId xmlns:a16="http://schemas.microsoft.com/office/drawing/2014/main" id="{C6A10AD9-506C-7BBE-BEB1-8DE42CA542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379711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Straight Connector 330">
              <a:extLst>
                <a:ext uri="{FF2B5EF4-FFF2-40B4-BE49-F238E27FC236}">
                  <a16:creationId xmlns:a16="http://schemas.microsoft.com/office/drawing/2014/main" id="{FB2FEFD3-58FD-DEE7-5A93-1A6E6970D24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4" y="1920213"/>
              <a:ext cx="3054951" cy="69456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Straight Connector 331">
              <a:extLst>
                <a:ext uri="{FF2B5EF4-FFF2-40B4-BE49-F238E27FC236}">
                  <a16:creationId xmlns:a16="http://schemas.microsoft.com/office/drawing/2014/main" id="{7D920C21-21B9-0E33-1464-71C3D7A5C5E8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4" y="2098259"/>
              <a:ext cx="3054951" cy="51652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Straight Connector 332">
              <a:extLst>
                <a:ext uri="{FF2B5EF4-FFF2-40B4-BE49-F238E27FC236}">
                  <a16:creationId xmlns:a16="http://schemas.microsoft.com/office/drawing/2014/main" id="{D0107506-C6F2-2285-E471-14488097DDF6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4" y="2276305"/>
              <a:ext cx="3054951" cy="33847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Straight Connector 333">
              <a:extLst>
                <a:ext uri="{FF2B5EF4-FFF2-40B4-BE49-F238E27FC236}">
                  <a16:creationId xmlns:a16="http://schemas.microsoft.com/office/drawing/2014/main" id="{444B32E0-F622-4C4B-E1CF-B512C2F14406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4" y="2454351"/>
              <a:ext cx="3054951" cy="16042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Straight Connector 334">
              <a:extLst>
                <a:ext uri="{FF2B5EF4-FFF2-40B4-BE49-F238E27FC236}">
                  <a16:creationId xmlns:a16="http://schemas.microsoft.com/office/drawing/2014/main" id="{9FDA31D4-D66B-7A4B-213B-6836BF9795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1761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Straight Connector 335">
              <a:extLst>
                <a:ext uri="{FF2B5EF4-FFF2-40B4-BE49-F238E27FC236}">
                  <a16:creationId xmlns:a16="http://schemas.microsoft.com/office/drawing/2014/main" id="{BA3FC94A-59FE-B2BF-089F-10B65FCE4A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19566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Straight Connector 336">
              <a:extLst>
                <a:ext uri="{FF2B5EF4-FFF2-40B4-BE49-F238E27FC236}">
                  <a16:creationId xmlns:a16="http://schemas.microsoft.com/office/drawing/2014/main" id="{C87011A8-A994-42E5-BCF9-9929FE96E7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37370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Straight Connector 337">
              <a:extLst>
                <a:ext uri="{FF2B5EF4-FFF2-40B4-BE49-F238E27FC236}">
                  <a16:creationId xmlns:a16="http://schemas.microsoft.com/office/drawing/2014/main" id="{C6364ED4-7D32-B5E0-8F5C-79F1709249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55175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Straight Connector 338">
              <a:extLst>
                <a:ext uri="{FF2B5EF4-FFF2-40B4-BE49-F238E27FC236}">
                  <a16:creationId xmlns:a16="http://schemas.microsoft.com/office/drawing/2014/main" id="{EA6E5763-EEFB-D244-A7C9-EEAE4BEC6F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72980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Straight Connector 339">
              <a:extLst>
                <a:ext uri="{FF2B5EF4-FFF2-40B4-BE49-F238E27FC236}">
                  <a16:creationId xmlns:a16="http://schemas.microsoft.com/office/drawing/2014/main" id="{A17E18A6-E99D-D846-4939-80B81EEE2F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90784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Straight Connector 340">
              <a:extLst>
                <a:ext uri="{FF2B5EF4-FFF2-40B4-BE49-F238E27FC236}">
                  <a16:creationId xmlns:a16="http://schemas.microsoft.com/office/drawing/2014/main" id="{0BECEC29-44AC-DE94-469B-75CF786C60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108589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A3957950-F59C-BAC8-1964-ADEFC46970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126393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Straight Connector 342">
              <a:extLst>
                <a:ext uri="{FF2B5EF4-FFF2-40B4-BE49-F238E27FC236}">
                  <a16:creationId xmlns:a16="http://schemas.microsoft.com/office/drawing/2014/main" id="{7EE8FF2D-F705-153A-7008-FFD66BEE7C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144198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Straight Connector 343">
              <a:extLst>
                <a:ext uri="{FF2B5EF4-FFF2-40B4-BE49-F238E27FC236}">
                  <a16:creationId xmlns:a16="http://schemas.microsoft.com/office/drawing/2014/main" id="{B621B525-B26E-6295-80CF-B626268C81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162003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Straight Connector 344">
              <a:extLst>
                <a:ext uri="{FF2B5EF4-FFF2-40B4-BE49-F238E27FC236}">
                  <a16:creationId xmlns:a16="http://schemas.microsoft.com/office/drawing/2014/main" id="{D7177E4C-407F-85B2-3297-8DC1969EECC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179807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Straight Connector 345">
              <a:extLst>
                <a:ext uri="{FF2B5EF4-FFF2-40B4-BE49-F238E27FC236}">
                  <a16:creationId xmlns:a16="http://schemas.microsoft.com/office/drawing/2014/main" id="{7E63355D-9766-BE03-9021-38E7D93233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197612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4A36B277-6D90-573F-1923-9A14CB5DA3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215416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Straight Connector 347">
              <a:extLst>
                <a:ext uri="{FF2B5EF4-FFF2-40B4-BE49-F238E27FC236}">
                  <a16:creationId xmlns:a16="http://schemas.microsoft.com/office/drawing/2014/main" id="{EADE82EE-6137-5175-CCC4-1AEE940283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233221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Straight Connector 348">
              <a:extLst>
                <a:ext uri="{FF2B5EF4-FFF2-40B4-BE49-F238E27FC236}">
                  <a16:creationId xmlns:a16="http://schemas.microsoft.com/office/drawing/2014/main" id="{AF92B2A0-DD07-958D-97B8-ACA1988B7A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251026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6629D99-6198-D1EB-898F-78AE00EC5C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268830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Straight Connector 350">
              <a:extLst>
                <a:ext uri="{FF2B5EF4-FFF2-40B4-BE49-F238E27FC236}">
                  <a16:creationId xmlns:a16="http://schemas.microsoft.com/office/drawing/2014/main" id="{092A823A-1351-1127-7570-B56DF0A118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286635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930E25A5-5CE2-FEDF-58B1-6A917D2CA8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304439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5BBFC130-6845-00AE-523B-B575C2C511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322244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Straight Connector 353">
              <a:extLst>
                <a:ext uri="{FF2B5EF4-FFF2-40B4-BE49-F238E27FC236}">
                  <a16:creationId xmlns:a16="http://schemas.microsoft.com/office/drawing/2014/main" id="{677D6608-5438-EF04-3F7D-EDBC35A9B8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340048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Straight Connector 354">
              <a:extLst>
                <a:ext uri="{FF2B5EF4-FFF2-40B4-BE49-F238E27FC236}">
                  <a16:creationId xmlns:a16="http://schemas.microsoft.com/office/drawing/2014/main" id="{A064C572-191F-A60C-E3AA-E5F59911377F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1922434"/>
              <a:ext cx="3054952" cy="109372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80813FE-BEA6-94B0-74CC-0BDE6E0D6FEA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100480"/>
              <a:ext cx="3054952" cy="91568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Straight Connector 356">
              <a:extLst>
                <a:ext uri="{FF2B5EF4-FFF2-40B4-BE49-F238E27FC236}">
                  <a16:creationId xmlns:a16="http://schemas.microsoft.com/office/drawing/2014/main" id="{E13FCAF3-6364-6A74-26F6-B198827467F4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278526"/>
              <a:ext cx="3054952" cy="73763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Straight Connector 357">
              <a:extLst>
                <a:ext uri="{FF2B5EF4-FFF2-40B4-BE49-F238E27FC236}">
                  <a16:creationId xmlns:a16="http://schemas.microsoft.com/office/drawing/2014/main" id="{AC3A0E45-B7F4-2BC4-AAC6-1AE7C2165786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456572"/>
              <a:ext cx="3054952" cy="55959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419F35CA-805A-9C23-E5C6-3E74952DC536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634618"/>
              <a:ext cx="3054952" cy="38154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Straight Connector 359">
              <a:extLst>
                <a:ext uri="{FF2B5EF4-FFF2-40B4-BE49-F238E27FC236}">
                  <a16:creationId xmlns:a16="http://schemas.microsoft.com/office/drawing/2014/main" id="{64D031DD-6211-633D-144A-EDF2EC98E546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812664"/>
              <a:ext cx="3054952" cy="20349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360">
              <a:extLst>
                <a:ext uri="{FF2B5EF4-FFF2-40B4-BE49-F238E27FC236}">
                  <a16:creationId xmlns:a16="http://schemas.microsoft.com/office/drawing/2014/main" id="{C7673F5E-81D9-A6E7-DCBE-92B83DEA7A9F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990710"/>
              <a:ext cx="3054952" cy="2545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361">
              <a:extLst>
                <a:ext uri="{FF2B5EF4-FFF2-40B4-BE49-F238E27FC236}">
                  <a16:creationId xmlns:a16="http://schemas.microsoft.com/office/drawing/2014/main" id="{E212CFD2-0F4A-D719-9FF7-38E471A503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15259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Straight Connector 362">
              <a:extLst>
                <a:ext uri="{FF2B5EF4-FFF2-40B4-BE49-F238E27FC236}">
                  <a16:creationId xmlns:a16="http://schemas.microsoft.com/office/drawing/2014/main" id="{7D70D454-BBDA-9FE0-545C-410CA34633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33063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Straight Connector 363">
              <a:extLst>
                <a:ext uri="{FF2B5EF4-FFF2-40B4-BE49-F238E27FC236}">
                  <a16:creationId xmlns:a16="http://schemas.microsoft.com/office/drawing/2014/main" id="{E427F344-A24D-73B9-E2E1-E057EA1267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50868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F4289695-7B37-5155-36B1-D73FC6D731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68673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Straight Connector 365">
              <a:extLst>
                <a:ext uri="{FF2B5EF4-FFF2-40B4-BE49-F238E27FC236}">
                  <a16:creationId xmlns:a16="http://schemas.microsoft.com/office/drawing/2014/main" id="{8DA39A9E-756A-92BF-640F-771726EB2C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86477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7D2C4902-2C73-FB82-D5AA-73B9A7F2D0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104282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367">
              <a:extLst>
                <a:ext uri="{FF2B5EF4-FFF2-40B4-BE49-F238E27FC236}">
                  <a16:creationId xmlns:a16="http://schemas.microsoft.com/office/drawing/2014/main" id="{EEA56F7F-C691-B565-0CD2-C5596B8FB1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122087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Straight Connector 368">
              <a:extLst>
                <a:ext uri="{FF2B5EF4-FFF2-40B4-BE49-F238E27FC236}">
                  <a16:creationId xmlns:a16="http://schemas.microsoft.com/office/drawing/2014/main" id="{024904DB-6835-F32B-9CFE-638304E387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139891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61F9C4FD-CFAB-3613-8410-698F120476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157696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>
              <a:extLst>
                <a:ext uri="{FF2B5EF4-FFF2-40B4-BE49-F238E27FC236}">
                  <a16:creationId xmlns:a16="http://schemas.microsoft.com/office/drawing/2014/main" id="{15D753C5-6E5D-D32C-6DC9-21DB25DB13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175500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Straight Connector 371">
              <a:extLst>
                <a:ext uri="{FF2B5EF4-FFF2-40B4-BE49-F238E27FC236}">
                  <a16:creationId xmlns:a16="http://schemas.microsoft.com/office/drawing/2014/main" id="{4EA47A1D-2A73-EF63-2C79-2D3E410380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193305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E4EA816-1BDB-EEF9-7D0B-5116358A9B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211110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D17A2312-C1C6-F756-42D1-7BCE3FB55B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228914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Straight Connector 374">
              <a:extLst>
                <a:ext uri="{FF2B5EF4-FFF2-40B4-BE49-F238E27FC236}">
                  <a16:creationId xmlns:a16="http://schemas.microsoft.com/office/drawing/2014/main" id="{A09E8401-6FF2-5B93-96B0-90EFD7545F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246719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AAFF0EB-597A-742C-E430-24701D8233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264523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Straight Connector 376">
              <a:extLst>
                <a:ext uri="{FF2B5EF4-FFF2-40B4-BE49-F238E27FC236}">
                  <a16:creationId xmlns:a16="http://schemas.microsoft.com/office/drawing/2014/main" id="{A2FD43A0-9574-6291-F819-A2C41476BE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282328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Straight Connector 377">
              <a:extLst>
                <a:ext uri="{FF2B5EF4-FFF2-40B4-BE49-F238E27FC236}">
                  <a16:creationId xmlns:a16="http://schemas.microsoft.com/office/drawing/2014/main" id="{DEAECFDB-86B2-FC2F-D80E-14BDF547C5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300132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Straight Connector 378">
              <a:extLst>
                <a:ext uri="{FF2B5EF4-FFF2-40B4-BE49-F238E27FC236}">
                  <a16:creationId xmlns:a16="http://schemas.microsoft.com/office/drawing/2014/main" id="{84FB3208-EFEE-6CF0-1D96-7DC045AC5BB6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1922434"/>
              <a:ext cx="3054952" cy="149511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5B813C1D-A1FA-47DD-BFFD-38DA85EE3610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100480"/>
              <a:ext cx="3054952" cy="131706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Straight Connector 380">
              <a:extLst>
                <a:ext uri="{FF2B5EF4-FFF2-40B4-BE49-F238E27FC236}">
                  <a16:creationId xmlns:a16="http://schemas.microsoft.com/office/drawing/2014/main" id="{0D36A0AE-91FB-A2F7-F774-78781FEB6A9D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278526"/>
              <a:ext cx="3054952" cy="113902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Straight Connector 381">
              <a:extLst>
                <a:ext uri="{FF2B5EF4-FFF2-40B4-BE49-F238E27FC236}">
                  <a16:creationId xmlns:a16="http://schemas.microsoft.com/office/drawing/2014/main" id="{6B754B36-3CEA-14C6-637D-AFBED870536D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456572"/>
              <a:ext cx="3054952" cy="96097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Straight Connector 382">
              <a:extLst>
                <a:ext uri="{FF2B5EF4-FFF2-40B4-BE49-F238E27FC236}">
                  <a16:creationId xmlns:a16="http://schemas.microsoft.com/office/drawing/2014/main" id="{E33DA4C9-9B1B-A90E-2FFE-7D05F9BD0EA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634618"/>
              <a:ext cx="3054952" cy="78292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E0487B58-26E1-69CE-D1B8-2CA85240A98C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812664"/>
              <a:ext cx="3054952" cy="60488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499AB184-1A7F-2F62-72A3-222715984F2F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990710"/>
              <a:ext cx="3054952" cy="42683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D785ECD6-FD67-8C48-B0E7-9B125B8D80A3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168756"/>
              <a:ext cx="3054952" cy="24879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FE888117-1F78-580C-CE8E-567CA1F6AB34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346802"/>
              <a:ext cx="3054952" cy="7074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7EDBD90B-93F7-6C5E-E921-49A1FF255E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10730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B62637F2-E5B5-94EB-7A6C-0F12390561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28534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Straight Connector 389">
              <a:extLst>
                <a:ext uri="{FF2B5EF4-FFF2-40B4-BE49-F238E27FC236}">
                  <a16:creationId xmlns:a16="http://schemas.microsoft.com/office/drawing/2014/main" id="{DDD5BA7A-F1E5-79B6-029E-6121E78298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46339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Straight Connector 390">
              <a:extLst>
                <a:ext uri="{FF2B5EF4-FFF2-40B4-BE49-F238E27FC236}">
                  <a16:creationId xmlns:a16="http://schemas.microsoft.com/office/drawing/2014/main" id="{9F3F8AFF-9C8E-7D17-6B74-963106CAA4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64144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Straight Connector 391">
              <a:extLst>
                <a:ext uri="{FF2B5EF4-FFF2-40B4-BE49-F238E27FC236}">
                  <a16:creationId xmlns:a16="http://schemas.microsoft.com/office/drawing/2014/main" id="{03C9DF00-D3D2-588C-E398-7F9264A0FE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81948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Straight Connector 392">
              <a:extLst>
                <a:ext uri="{FF2B5EF4-FFF2-40B4-BE49-F238E27FC236}">
                  <a16:creationId xmlns:a16="http://schemas.microsoft.com/office/drawing/2014/main" id="{DF96A6B7-5215-C28F-066B-D332A90824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99753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4" name="Straight Connector 393">
              <a:extLst>
                <a:ext uri="{FF2B5EF4-FFF2-40B4-BE49-F238E27FC236}">
                  <a16:creationId xmlns:a16="http://schemas.microsoft.com/office/drawing/2014/main" id="{9F4FBFD7-0E31-6B41-6FF7-25720C6C67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117558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5" name="Straight Connector 394">
              <a:extLst>
                <a:ext uri="{FF2B5EF4-FFF2-40B4-BE49-F238E27FC236}">
                  <a16:creationId xmlns:a16="http://schemas.microsoft.com/office/drawing/2014/main" id="{59767E57-1A65-B07C-DCC1-F590988988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135362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Straight Connector 395">
              <a:extLst>
                <a:ext uri="{FF2B5EF4-FFF2-40B4-BE49-F238E27FC236}">
                  <a16:creationId xmlns:a16="http://schemas.microsoft.com/office/drawing/2014/main" id="{1E55AD7F-3D93-4934-5C50-C3CD272F844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153167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Straight Connector 396">
              <a:extLst>
                <a:ext uri="{FF2B5EF4-FFF2-40B4-BE49-F238E27FC236}">
                  <a16:creationId xmlns:a16="http://schemas.microsoft.com/office/drawing/2014/main" id="{8E5149EF-628B-C2BA-7838-B89C712947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170971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Straight Connector 397">
              <a:extLst>
                <a:ext uri="{FF2B5EF4-FFF2-40B4-BE49-F238E27FC236}">
                  <a16:creationId xmlns:a16="http://schemas.microsoft.com/office/drawing/2014/main" id="{46F81B40-6592-5190-9601-799858B8AE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188776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Straight Connector 398">
              <a:extLst>
                <a:ext uri="{FF2B5EF4-FFF2-40B4-BE49-F238E27FC236}">
                  <a16:creationId xmlns:a16="http://schemas.microsoft.com/office/drawing/2014/main" id="{491EFB9D-37B6-02C8-2E35-2B45DF209D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206581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Straight Connector 399">
              <a:extLst>
                <a:ext uri="{FF2B5EF4-FFF2-40B4-BE49-F238E27FC236}">
                  <a16:creationId xmlns:a16="http://schemas.microsoft.com/office/drawing/2014/main" id="{BFC41342-EF9B-650F-A8E5-3C4EB34982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224385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04BD6631-7F01-84A6-AC30-4E5B1254F2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242190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949AF7D7-011B-F84E-BE1D-6AAC849A37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259993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AFAFC3D2-0A2E-6B49-5AEC-6C1D61945838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1922434"/>
              <a:ext cx="3054952" cy="189649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8A9EF02D-6240-5555-9056-0DF2E47E92FA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100480"/>
              <a:ext cx="3054952" cy="171844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6FA75EE5-F418-AC5F-82B9-3F978AB5D4F4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278526"/>
              <a:ext cx="3054952" cy="154040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1E98373E-A768-4940-A984-1C6FC163C44B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456572"/>
              <a:ext cx="3054952" cy="136235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Straight Connector 406">
              <a:extLst>
                <a:ext uri="{FF2B5EF4-FFF2-40B4-BE49-F238E27FC236}">
                  <a16:creationId xmlns:a16="http://schemas.microsoft.com/office/drawing/2014/main" id="{BBA07B3F-9453-F63B-1210-6E284019AF25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634618"/>
              <a:ext cx="3054952" cy="118431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Straight Connector 407">
              <a:extLst>
                <a:ext uri="{FF2B5EF4-FFF2-40B4-BE49-F238E27FC236}">
                  <a16:creationId xmlns:a16="http://schemas.microsoft.com/office/drawing/2014/main" id="{594434BE-B2BA-3FE4-20BF-1294B416B7CC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812664"/>
              <a:ext cx="3054952" cy="100626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Straight Connector 408">
              <a:extLst>
                <a:ext uri="{FF2B5EF4-FFF2-40B4-BE49-F238E27FC236}">
                  <a16:creationId xmlns:a16="http://schemas.microsoft.com/office/drawing/2014/main" id="{A5379B14-48C5-9E4C-3A90-274B95487876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990710"/>
              <a:ext cx="3054952" cy="82821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Straight Connector 409">
              <a:extLst>
                <a:ext uri="{FF2B5EF4-FFF2-40B4-BE49-F238E27FC236}">
                  <a16:creationId xmlns:a16="http://schemas.microsoft.com/office/drawing/2014/main" id="{47FAF336-BE4E-A7B7-614C-CA4ACC05787D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168756"/>
              <a:ext cx="3054952" cy="65017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Straight Connector 410">
              <a:extLst>
                <a:ext uri="{FF2B5EF4-FFF2-40B4-BE49-F238E27FC236}">
                  <a16:creationId xmlns:a16="http://schemas.microsoft.com/office/drawing/2014/main" id="{FC8CDAE2-0257-E779-6A15-27098204EF51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346802"/>
              <a:ext cx="3054952" cy="47212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Straight Connector 411">
              <a:extLst>
                <a:ext uri="{FF2B5EF4-FFF2-40B4-BE49-F238E27FC236}">
                  <a16:creationId xmlns:a16="http://schemas.microsoft.com/office/drawing/2014/main" id="{F376DCFD-68AF-E0DE-6996-78DCCA37673D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524848"/>
              <a:ext cx="3054952" cy="29408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3" name="Straight Connector 412">
              <a:extLst>
                <a:ext uri="{FF2B5EF4-FFF2-40B4-BE49-F238E27FC236}">
                  <a16:creationId xmlns:a16="http://schemas.microsoft.com/office/drawing/2014/main" id="{60828057-0268-704E-44F2-5F72424F6499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702894"/>
              <a:ext cx="3054952" cy="11603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Straight Connector 413">
              <a:extLst>
                <a:ext uri="{FF2B5EF4-FFF2-40B4-BE49-F238E27FC236}">
                  <a16:creationId xmlns:a16="http://schemas.microsoft.com/office/drawing/2014/main" id="{9F776967-CF09-F0F2-2A02-8B6D37C297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818929"/>
              <a:ext cx="3054952" cy="6201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Straight Connector 414">
              <a:extLst>
                <a:ext uri="{FF2B5EF4-FFF2-40B4-BE49-F238E27FC236}">
                  <a16:creationId xmlns:a16="http://schemas.microsoft.com/office/drawing/2014/main" id="{1E7ACAC3-FE0D-5D1F-4951-5F13FA4EBC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818929"/>
              <a:ext cx="3054952" cy="24005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Straight Connector 415">
              <a:extLst>
                <a:ext uri="{FF2B5EF4-FFF2-40B4-BE49-F238E27FC236}">
                  <a16:creationId xmlns:a16="http://schemas.microsoft.com/office/drawing/2014/main" id="{5999493F-21B8-681D-D739-BC9ABE65C3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818929"/>
              <a:ext cx="3054952" cy="41810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Straight Connector 416">
              <a:extLst>
                <a:ext uri="{FF2B5EF4-FFF2-40B4-BE49-F238E27FC236}">
                  <a16:creationId xmlns:a16="http://schemas.microsoft.com/office/drawing/2014/main" id="{DE42D184-0C03-9718-F1A9-82C48D9082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818929"/>
              <a:ext cx="3054952" cy="59615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Straight Connector 417">
              <a:extLst>
                <a:ext uri="{FF2B5EF4-FFF2-40B4-BE49-F238E27FC236}">
                  <a16:creationId xmlns:a16="http://schemas.microsoft.com/office/drawing/2014/main" id="{5B70ADE9-A3B9-939A-7519-DE66405E99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818929"/>
              <a:ext cx="3054952" cy="77419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Straight Connector 418">
              <a:extLst>
                <a:ext uri="{FF2B5EF4-FFF2-40B4-BE49-F238E27FC236}">
                  <a16:creationId xmlns:a16="http://schemas.microsoft.com/office/drawing/2014/main" id="{A64563BF-3DC6-7E4C-E5E8-4FF83B4940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818929"/>
              <a:ext cx="3054952" cy="95224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Straight Connector 419">
              <a:extLst>
                <a:ext uri="{FF2B5EF4-FFF2-40B4-BE49-F238E27FC236}">
                  <a16:creationId xmlns:a16="http://schemas.microsoft.com/office/drawing/2014/main" id="{755CEA06-005E-F6EC-1A6D-3C043DD6EB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818929"/>
              <a:ext cx="3054952" cy="113028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Straight Connector 420">
              <a:extLst>
                <a:ext uri="{FF2B5EF4-FFF2-40B4-BE49-F238E27FC236}">
                  <a16:creationId xmlns:a16="http://schemas.microsoft.com/office/drawing/2014/main" id="{61A9F16C-257C-F3E7-4687-9347822147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818929"/>
              <a:ext cx="3054952" cy="130833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Straight Connector 421">
              <a:extLst>
                <a:ext uri="{FF2B5EF4-FFF2-40B4-BE49-F238E27FC236}">
                  <a16:creationId xmlns:a16="http://schemas.microsoft.com/office/drawing/2014/main" id="{A54F0653-53EF-02F4-5791-21D159A73F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818929"/>
              <a:ext cx="3054952" cy="148638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Straight Connector 422">
              <a:extLst>
                <a:ext uri="{FF2B5EF4-FFF2-40B4-BE49-F238E27FC236}">
                  <a16:creationId xmlns:a16="http://schemas.microsoft.com/office/drawing/2014/main" id="{A3A29826-035E-AE79-BD4A-FF72E0B1A7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818929"/>
              <a:ext cx="3054952" cy="166442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Straight Connector 423">
              <a:extLst>
                <a:ext uri="{FF2B5EF4-FFF2-40B4-BE49-F238E27FC236}">
                  <a16:creationId xmlns:a16="http://schemas.microsoft.com/office/drawing/2014/main" id="{70F16B42-71F4-BEC7-ED20-B3512AB102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818929"/>
              <a:ext cx="3054952" cy="184247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5" name="Straight Connector 424">
              <a:extLst>
                <a:ext uri="{FF2B5EF4-FFF2-40B4-BE49-F238E27FC236}">
                  <a16:creationId xmlns:a16="http://schemas.microsoft.com/office/drawing/2014/main" id="{99C74185-8481-52E9-1B2B-C5EF864093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818929"/>
              <a:ext cx="3054952" cy="202051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Straight Connector 425">
              <a:extLst>
                <a:ext uri="{FF2B5EF4-FFF2-40B4-BE49-F238E27FC236}">
                  <a16:creationId xmlns:a16="http://schemas.microsoft.com/office/drawing/2014/main" id="{1D9C014D-5136-3CD1-DD3F-C59C44FBBB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818929"/>
              <a:ext cx="3054952" cy="219855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Straight Connector 426">
              <a:extLst>
                <a:ext uri="{FF2B5EF4-FFF2-40B4-BE49-F238E27FC236}">
                  <a16:creationId xmlns:a16="http://schemas.microsoft.com/office/drawing/2014/main" id="{714A9BDE-4DB7-B9D1-F8F7-6B351C5733B8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1922434"/>
              <a:ext cx="3054952" cy="229787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Straight Connector 427">
              <a:extLst>
                <a:ext uri="{FF2B5EF4-FFF2-40B4-BE49-F238E27FC236}">
                  <a16:creationId xmlns:a16="http://schemas.microsoft.com/office/drawing/2014/main" id="{DD455854-DD43-2318-043A-81FA59956496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100480"/>
              <a:ext cx="3054952" cy="211983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Straight Connector 428">
              <a:extLst>
                <a:ext uri="{FF2B5EF4-FFF2-40B4-BE49-F238E27FC236}">
                  <a16:creationId xmlns:a16="http://schemas.microsoft.com/office/drawing/2014/main" id="{4E7EF751-0905-18D5-4C3F-9F316E7A9FE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278526"/>
              <a:ext cx="3054952" cy="194178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Straight Connector 429">
              <a:extLst>
                <a:ext uri="{FF2B5EF4-FFF2-40B4-BE49-F238E27FC236}">
                  <a16:creationId xmlns:a16="http://schemas.microsoft.com/office/drawing/2014/main" id="{00DE4ED9-938D-8AC0-1F4E-B2047DE8913B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456572"/>
              <a:ext cx="3054952" cy="176374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Straight Connector 430">
              <a:extLst>
                <a:ext uri="{FF2B5EF4-FFF2-40B4-BE49-F238E27FC236}">
                  <a16:creationId xmlns:a16="http://schemas.microsoft.com/office/drawing/2014/main" id="{710B52E5-2957-09D9-B1FF-9D2A78CBBF0B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634618"/>
              <a:ext cx="3054952" cy="158569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Straight Connector 431">
              <a:extLst>
                <a:ext uri="{FF2B5EF4-FFF2-40B4-BE49-F238E27FC236}">
                  <a16:creationId xmlns:a16="http://schemas.microsoft.com/office/drawing/2014/main" id="{04BA299B-A021-3BDB-047A-0165DD5BBC58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812664"/>
              <a:ext cx="3054952" cy="140764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C7E0553F-37E6-6F6B-F285-0ABB61C36A27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990710"/>
              <a:ext cx="3054952" cy="122960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Straight Connector 433">
              <a:extLst>
                <a:ext uri="{FF2B5EF4-FFF2-40B4-BE49-F238E27FC236}">
                  <a16:creationId xmlns:a16="http://schemas.microsoft.com/office/drawing/2014/main" id="{698D7604-6305-EC0D-5203-5E842F6E731D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168756"/>
              <a:ext cx="3054952" cy="105155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Straight Connector 434">
              <a:extLst>
                <a:ext uri="{FF2B5EF4-FFF2-40B4-BE49-F238E27FC236}">
                  <a16:creationId xmlns:a16="http://schemas.microsoft.com/office/drawing/2014/main" id="{A322895E-5053-CF78-29EA-E3B32B1DDCB8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346802"/>
              <a:ext cx="3054952" cy="87351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Straight Connector 435">
              <a:extLst>
                <a:ext uri="{FF2B5EF4-FFF2-40B4-BE49-F238E27FC236}">
                  <a16:creationId xmlns:a16="http://schemas.microsoft.com/office/drawing/2014/main" id="{EDF1BA22-AD49-7A76-7344-DFC66B4AF959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524848"/>
              <a:ext cx="3054952" cy="69546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436">
              <a:extLst>
                <a:ext uri="{FF2B5EF4-FFF2-40B4-BE49-F238E27FC236}">
                  <a16:creationId xmlns:a16="http://schemas.microsoft.com/office/drawing/2014/main" id="{ACB97969-923C-A53F-A6C3-59DE2CD7E507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702894"/>
              <a:ext cx="3054952" cy="51741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Straight Connector 437">
              <a:extLst>
                <a:ext uri="{FF2B5EF4-FFF2-40B4-BE49-F238E27FC236}">
                  <a16:creationId xmlns:a16="http://schemas.microsoft.com/office/drawing/2014/main" id="{D1B4387B-EAD5-958F-C398-297BD8BF96D9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880942"/>
              <a:ext cx="3054952" cy="33937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Straight Connector 438">
              <a:extLst>
                <a:ext uri="{FF2B5EF4-FFF2-40B4-BE49-F238E27FC236}">
                  <a16:creationId xmlns:a16="http://schemas.microsoft.com/office/drawing/2014/main" id="{17806641-8752-FE07-E346-88B6AB1388E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058988"/>
              <a:ext cx="3054952" cy="16132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Straight Connector 439">
              <a:extLst>
                <a:ext uri="{FF2B5EF4-FFF2-40B4-BE49-F238E27FC236}">
                  <a16:creationId xmlns:a16="http://schemas.microsoft.com/office/drawing/2014/main" id="{8B43DBB2-F338-7D19-94D5-4F357BBC4D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220312"/>
              <a:ext cx="3054952" cy="1672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Straight Connector 440">
              <a:extLst>
                <a:ext uri="{FF2B5EF4-FFF2-40B4-BE49-F238E27FC236}">
                  <a16:creationId xmlns:a16="http://schemas.microsoft.com/office/drawing/2014/main" id="{69C55829-72B3-B603-308B-7A407576BE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220312"/>
              <a:ext cx="3054952" cy="19476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Straight Connector 441">
              <a:extLst>
                <a:ext uri="{FF2B5EF4-FFF2-40B4-BE49-F238E27FC236}">
                  <a16:creationId xmlns:a16="http://schemas.microsoft.com/office/drawing/2014/main" id="{D256E9D4-EA14-2FEA-9D24-45860F5D71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220312"/>
              <a:ext cx="3054952" cy="37281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Straight Connector 442">
              <a:extLst>
                <a:ext uri="{FF2B5EF4-FFF2-40B4-BE49-F238E27FC236}">
                  <a16:creationId xmlns:a16="http://schemas.microsoft.com/office/drawing/2014/main" id="{BB242B69-1BAE-C055-3949-E3E05EB7B8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220312"/>
              <a:ext cx="3054952" cy="55086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4" name="Straight Connector 443">
              <a:extLst>
                <a:ext uri="{FF2B5EF4-FFF2-40B4-BE49-F238E27FC236}">
                  <a16:creationId xmlns:a16="http://schemas.microsoft.com/office/drawing/2014/main" id="{D8437865-E923-3D77-2C38-C39C57AE10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220312"/>
              <a:ext cx="3054952" cy="72890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5" name="Straight Connector 444">
              <a:extLst>
                <a:ext uri="{FF2B5EF4-FFF2-40B4-BE49-F238E27FC236}">
                  <a16:creationId xmlns:a16="http://schemas.microsoft.com/office/drawing/2014/main" id="{6A349443-4457-0CF3-79C1-5964776034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220312"/>
              <a:ext cx="3054952" cy="90695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Straight Connector 445">
              <a:extLst>
                <a:ext uri="{FF2B5EF4-FFF2-40B4-BE49-F238E27FC236}">
                  <a16:creationId xmlns:a16="http://schemas.microsoft.com/office/drawing/2014/main" id="{C37B6348-4F3F-20E5-FB39-F75ED3D454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220312"/>
              <a:ext cx="3054952" cy="108499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Straight Connector 446">
              <a:extLst>
                <a:ext uri="{FF2B5EF4-FFF2-40B4-BE49-F238E27FC236}">
                  <a16:creationId xmlns:a16="http://schemas.microsoft.com/office/drawing/2014/main" id="{163DCC59-E354-3D77-C6C8-914CFCC092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220312"/>
              <a:ext cx="3054952" cy="126304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Straight Connector 447">
              <a:extLst>
                <a:ext uri="{FF2B5EF4-FFF2-40B4-BE49-F238E27FC236}">
                  <a16:creationId xmlns:a16="http://schemas.microsoft.com/office/drawing/2014/main" id="{9DCA5D63-63EC-68F0-6D8E-CA614389CA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220312"/>
              <a:ext cx="3054952" cy="144109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Straight Connector 448">
              <a:extLst>
                <a:ext uri="{FF2B5EF4-FFF2-40B4-BE49-F238E27FC236}">
                  <a16:creationId xmlns:a16="http://schemas.microsoft.com/office/drawing/2014/main" id="{069E1F7E-6D0A-00B4-34E3-560E8230B64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220312"/>
              <a:ext cx="3054952" cy="161913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0" name="Straight Connector 449">
              <a:extLst>
                <a:ext uri="{FF2B5EF4-FFF2-40B4-BE49-F238E27FC236}">
                  <a16:creationId xmlns:a16="http://schemas.microsoft.com/office/drawing/2014/main" id="{35C1140B-1C44-9425-58C2-F6F2A42C78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220312"/>
              <a:ext cx="3054952" cy="179717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Straight Connector 450">
              <a:extLst>
                <a:ext uri="{FF2B5EF4-FFF2-40B4-BE49-F238E27FC236}">
                  <a16:creationId xmlns:a16="http://schemas.microsoft.com/office/drawing/2014/main" id="{478CE346-038A-EC44-9FD7-24A41737B0C9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1922434"/>
              <a:ext cx="3054952" cy="269926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Straight Connector 451">
              <a:extLst>
                <a:ext uri="{FF2B5EF4-FFF2-40B4-BE49-F238E27FC236}">
                  <a16:creationId xmlns:a16="http://schemas.microsoft.com/office/drawing/2014/main" id="{85F4522F-02B8-099D-172A-B52E9248C330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100480"/>
              <a:ext cx="3054952" cy="252121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Straight Connector 452">
              <a:extLst>
                <a:ext uri="{FF2B5EF4-FFF2-40B4-BE49-F238E27FC236}">
                  <a16:creationId xmlns:a16="http://schemas.microsoft.com/office/drawing/2014/main" id="{20EDC4C4-5F50-C13F-4A0A-AA84A1D832B6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278526"/>
              <a:ext cx="3054952" cy="234316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Straight Connector 453">
              <a:extLst>
                <a:ext uri="{FF2B5EF4-FFF2-40B4-BE49-F238E27FC236}">
                  <a16:creationId xmlns:a16="http://schemas.microsoft.com/office/drawing/2014/main" id="{0342FF7D-8913-E936-C917-7E1A2B35E2DA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456572"/>
              <a:ext cx="3054952" cy="216512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5" name="Straight Connector 454">
              <a:extLst>
                <a:ext uri="{FF2B5EF4-FFF2-40B4-BE49-F238E27FC236}">
                  <a16:creationId xmlns:a16="http://schemas.microsoft.com/office/drawing/2014/main" id="{827E111A-864A-FF7B-E888-3416CF6D864C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634618"/>
              <a:ext cx="3054952" cy="198707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6" name="Straight Connector 455">
              <a:extLst>
                <a:ext uri="{FF2B5EF4-FFF2-40B4-BE49-F238E27FC236}">
                  <a16:creationId xmlns:a16="http://schemas.microsoft.com/office/drawing/2014/main" id="{8435A90F-9CB3-03D6-4E51-6C629749DC00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812664"/>
              <a:ext cx="3054952" cy="180903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Straight Connector 456">
              <a:extLst>
                <a:ext uri="{FF2B5EF4-FFF2-40B4-BE49-F238E27FC236}">
                  <a16:creationId xmlns:a16="http://schemas.microsoft.com/office/drawing/2014/main" id="{19F0EC9B-B858-8D0F-972C-CF1989DC1C7A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990710"/>
              <a:ext cx="3054952" cy="163098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Straight Connector 457">
              <a:extLst>
                <a:ext uri="{FF2B5EF4-FFF2-40B4-BE49-F238E27FC236}">
                  <a16:creationId xmlns:a16="http://schemas.microsoft.com/office/drawing/2014/main" id="{FA4F93B3-F7AF-1684-651F-B9F6394686AC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168756"/>
              <a:ext cx="3054952" cy="145293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Straight Connector 458">
              <a:extLst>
                <a:ext uri="{FF2B5EF4-FFF2-40B4-BE49-F238E27FC236}">
                  <a16:creationId xmlns:a16="http://schemas.microsoft.com/office/drawing/2014/main" id="{A5D4BE93-3D42-8E08-94C9-578C927CBE6F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346802"/>
              <a:ext cx="3054952" cy="127489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0" name="Straight Connector 459">
              <a:extLst>
                <a:ext uri="{FF2B5EF4-FFF2-40B4-BE49-F238E27FC236}">
                  <a16:creationId xmlns:a16="http://schemas.microsoft.com/office/drawing/2014/main" id="{6C566B98-8ECB-02A2-9204-A4A0296144D8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524848"/>
              <a:ext cx="3054952" cy="109684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1" name="Straight Connector 460">
              <a:extLst>
                <a:ext uri="{FF2B5EF4-FFF2-40B4-BE49-F238E27FC236}">
                  <a16:creationId xmlns:a16="http://schemas.microsoft.com/office/drawing/2014/main" id="{2FB7B6D5-8340-E54B-E93B-24D39A7A9318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702894"/>
              <a:ext cx="3054952" cy="91880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Straight Connector 461">
              <a:extLst>
                <a:ext uri="{FF2B5EF4-FFF2-40B4-BE49-F238E27FC236}">
                  <a16:creationId xmlns:a16="http://schemas.microsoft.com/office/drawing/2014/main" id="{F63574CD-DC08-6F81-E02C-3C2FBAB7BA94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880942"/>
              <a:ext cx="3054952" cy="74075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Straight Connector 462">
              <a:extLst>
                <a:ext uri="{FF2B5EF4-FFF2-40B4-BE49-F238E27FC236}">
                  <a16:creationId xmlns:a16="http://schemas.microsoft.com/office/drawing/2014/main" id="{EEBCE35C-D38E-C389-ECF7-845A8C1FF9D9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058988"/>
              <a:ext cx="3054952" cy="56270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4" name="Straight Connector 463">
              <a:extLst>
                <a:ext uri="{FF2B5EF4-FFF2-40B4-BE49-F238E27FC236}">
                  <a16:creationId xmlns:a16="http://schemas.microsoft.com/office/drawing/2014/main" id="{8EFA083E-B626-0ECA-44C3-157E1E391C01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237034"/>
              <a:ext cx="3054952" cy="38466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5" name="Straight Connector 464">
              <a:extLst>
                <a:ext uri="{FF2B5EF4-FFF2-40B4-BE49-F238E27FC236}">
                  <a16:creationId xmlns:a16="http://schemas.microsoft.com/office/drawing/2014/main" id="{F656AFB3-C09F-056A-EF2E-B3EA89D8481D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415080"/>
              <a:ext cx="3054952" cy="20661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6" name="Straight Connector 465">
              <a:extLst>
                <a:ext uri="{FF2B5EF4-FFF2-40B4-BE49-F238E27FC236}">
                  <a16:creationId xmlns:a16="http://schemas.microsoft.com/office/drawing/2014/main" id="{751DC6CC-A14F-A4D6-CA5A-84AF18A01EB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593126"/>
              <a:ext cx="3054952" cy="2856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7" name="Straight Connector 466">
              <a:extLst>
                <a:ext uri="{FF2B5EF4-FFF2-40B4-BE49-F238E27FC236}">
                  <a16:creationId xmlns:a16="http://schemas.microsoft.com/office/drawing/2014/main" id="{E9DBD899-3233-11B0-DB18-2774988D26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621695"/>
              <a:ext cx="3054952" cy="14947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Straight Connector 467">
              <a:extLst>
                <a:ext uri="{FF2B5EF4-FFF2-40B4-BE49-F238E27FC236}">
                  <a16:creationId xmlns:a16="http://schemas.microsoft.com/office/drawing/2014/main" id="{277672AF-8420-AC37-9D59-775C18AEF2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621695"/>
              <a:ext cx="3054952" cy="32752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9" name="Straight Connector 468">
              <a:extLst>
                <a:ext uri="{FF2B5EF4-FFF2-40B4-BE49-F238E27FC236}">
                  <a16:creationId xmlns:a16="http://schemas.microsoft.com/office/drawing/2014/main" id="{40BAC5B8-63D1-17D8-C398-B6EE5DABA0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621695"/>
              <a:ext cx="3054952" cy="50556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0" name="Straight Connector 469">
              <a:extLst>
                <a:ext uri="{FF2B5EF4-FFF2-40B4-BE49-F238E27FC236}">
                  <a16:creationId xmlns:a16="http://schemas.microsoft.com/office/drawing/2014/main" id="{A739E7DB-2972-A776-4881-CE6BDDAB3D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621695"/>
              <a:ext cx="3054952" cy="68361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Straight Connector 470">
              <a:extLst>
                <a:ext uri="{FF2B5EF4-FFF2-40B4-BE49-F238E27FC236}">
                  <a16:creationId xmlns:a16="http://schemas.microsoft.com/office/drawing/2014/main" id="{80666C42-BDE8-BC27-851B-2777AB46BE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621695"/>
              <a:ext cx="3054952" cy="86166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Straight Connector 471">
              <a:extLst>
                <a:ext uri="{FF2B5EF4-FFF2-40B4-BE49-F238E27FC236}">
                  <a16:creationId xmlns:a16="http://schemas.microsoft.com/office/drawing/2014/main" id="{C2CD39F4-8001-B627-0EDC-74A7B9E7D1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621695"/>
              <a:ext cx="3054952" cy="103970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Straight Connector 472">
              <a:extLst>
                <a:ext uri="{FF2B5EF4-FFF2-40B4-BE49-F238E27FC236}">
                  <a16:creationId xmlns:a16="http://schemas.microsoft.com/office/drawing/2014/main" id="{4C4AFE89-FD0E-5F6F-A574-21C9821ECE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621695"/>
              <a:ext cx="3054952" cy="121775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Straight Connector 473">
              <a:extLst>
                <a:ext uri="{FF2B5EF4-FFF2-40B4-BE49-F238E27FC236}">
                  <a16:creationId xmlns:a16="http://schemas.microsoft.com/office/drawing/2014/main" id="{F825B8E7-FD5F-53D1-CC5F-516449A088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621695"/>
              <a:ext cx="3054952" cy="139578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Straight Connector 474">
              <a:extLst>
                <a:ext uri="{FF2B5EF4-FFF2-40B4-BE49-F238E27FC236}">
                  <a16:creationId xmlns:a16="http://schemas.microsoft.com/office/drawing/2014/main" id="{15C6B088-397D-DED5-2F22-B1784BF02D4B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1922434"/>
              <a:ext cx="3054952" cy="310064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6" name="Straight Connector 475">
              <a:extLst>
                <a:ext uri="{FF2B5EF4-FFF2-40B4-BE49-F238E27FC236}">
                  <a16:creationId xmlns:a16="http://schemas.microsoft.com/office/drawing/2014/main" id="{A0F46919-B5BB-41EA-D6EB-20E30D762E8E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100480"/>
              <a:ext cx="3054952" cy="292259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Straight Connector 476">
              <a:extLst>
                <a:ext uri="{FF2B5EF4-FFF2-40B4-BE49-F238E27FC236}">
                  <a16:creationId xmlns:a16="http://schemas.microsoft.com/office/drawing/2014/main" id="{3281DC16-4BF0-6F10-FC69-C604AF37C136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278526"/>
              <a:ext cx="3054952" cy="274455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Straight Connector 477">
              <a:extLst>
                <a:ext uri="{FF2B5EF4-FFF2-40B4-BE49-F238E27FC236}">
                  <a16:creationId xmlns:a16="http://schemas.microsoft.com/office/drawing/2014/main" id="{4F51E8C1-C113-F01A-5DAF-73E1F3CB58E7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456572"/>
              <a:ext cx="3054952" cy="256650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Straight Connector 478">
              <a:extLst>
                <a:ext uri="{FF2B5EF4-FFF2-40B4-BE49-F238E27FC236}">
                  <a16:creationId xmlns:a16="http://schemas.microsoft.com/office/drawing/2014/main" id="{40D43880-21A0-C833-6911-13298ECF900F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634618"/>
              <a:ext cx="3054952" cy="238846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Straight Connector 479">
              <a:extLst>
                <a:ext uri="{FF2B5EF4-FFF2-40B4-BE49-F238E27FC236}">
                  <a16:creationId xmlns:a16="http://schemas.microsoft.com/office/drawing/2014/main" id="{ED3EC0A6-A9DE-65A1-1264-6037BF1D253E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812664"/>
              <a:ext cx="3054952" cy="221041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1" name="Straight Connector 480">
              <a:extLst>
                <a:ext uri="{FF2B5EF4-FFF2-40B4-BE49-F238E27FC236}">
                  <a16:creationId xmlns:a16="http://schemas.microsoft.com/office/drawing/2014/main" id="{BBC01680-19DB-A355-FEDD-3C458ECF3967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990710"/>
              <a:ext cx="3054952" cy="203236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Straight Connector 481">
              <a:extLst>
                <a:ext uri="{FF2B5EF4-FFF2-40B4-BE49-F238E27FC236}">
                  <a16:creationId xmlns:a16="http://schemas.microsoft.com/office/drawing/2014/main" id="{18033474-97A2-BD27-9E19-020383DE2856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168756"/>
              <a:ext cx="3054952" cy="185432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3" name="Straight Connector 482">
              <a:extLst>
                <a:ext uri="{FF2B5EF4-FFF2-40B4-BE49-F238E27FC236}">
                  <a16:creationId xmlns:a16="http://schemas.microsoft.com/office/drawing/2014/main" id="{0B2AB9AD-D9D7-9710-2FC4-B3E41A150B49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346802"/>
              <a:ext cx="3054952" cy="167627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4" name="Straight Connector 483">
              <a:extLst>
                <a:ext uri="{FF2B5EF4-FFF2-40B4-BE49-F238E27FC236}">
                  <a16:creationId xmlns:a16="http://schemas.microsoft.com/office/drawing/2014/main" id="{1A45F91A-D73B-4E24-2582-B75BD2F94840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524848"/>
              <a:ext cx="3054952" cy="149823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5" name="Straight Connector 484">
              <a:extLst>
                <a:ext uri="{FF2B5EF4-FFF2-40B4-BE49-F238E27FC236}">
                  <a16:creationId xmlns:a16="http://schemas.microsoft.com/office/drawing/2014/main" id="{ECBB74C0-9ADA-0A61-7EB6-C98B1F78EEBA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702894"/>
              <a:ext cx="3054952" cy="132018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6" name="Straight Connector 485">
              <a:extLst>
                <a:ext uri="{FF2B5EF4-FFF2-40B4-BE49-F238E27FC236}">
                  <a16:creationId xmlns:a16="http://schemas.microsoft.com/office/drawing/2014/main" id="{1E259F75-7889-88C7-ADA0-CEDF7FC80191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880942"/>
              <a:ext cx="3054952" cy="114213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7" name="Straight Connector 486">
              <a:extLst>
                <a:ext uri="{FF2B5EF4-FFF2-40B4-BE49-F238E27FC236}">
                  <a16:creationId xmlns:a16="http://schemas.microsoft.com/office/drawing/2014/main" id="{E1EDFD87-2DE2-754E-013B-2F78DB33DB5A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058988"/>
              <a:ext cx="3054952" cy="96409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Straight Connector 487">
              <a:extLst>
                <a:ext uri="{FF2B5EF4-FFF2-40B4-BE49-F238E27FC236}">
                  <a16:creationId xmlns:a16="http://schemas.microsoft.com/office/drawing/2014/main" id="{129D8435-FBEA-46ED-F3BB-4CD67AC3C84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237034"/>
              <a:ext cx="3054952" cy="78604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Straight Connector 488">
              <a:extLst>
                <a:ext uri="{FF2B5EF4-FFF2-40B4-BE49-F238E27FC236}">
                  <a16:creationId xmlns:a16="http://schemas.microsoft.com/office/drawing/2014/main" id="{A496D19A-9607-C862-EBD8-3ADC40123060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415080"/>
              <a:ext cx="3054952" cy="60799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0" name="Straight Connector 489">
              <a:extLst>
                <a:ext uri="{FF2B5EF4-FFF2-40B4-BE49-F238E27FC236}">
                  <a16:creationId xmlns:a16="http://schemas.microsoft.com/office/drawing/2014/main" id="{C2C4D941-F26F-3732-F205-59E75B34D23F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593126"/>
              <a:ext cx="3054952" cy="42995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1" name="Straight Connector 490">
              <a:extLst>
                <a:ext uri="{FF2B5EF4-FFF2-40B4-BE49-F238E27FC236}">
                  <a16:creationId xmlns:a16="http://schemas.microsoft.com/office/drawing/2014/main" id="{F8202016-A658-2594-4354-0C8E3488DCA4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771172"/>
              <a:ext cx="3054952" cy="25190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2" name="Straight Connector 491">
              <a:extLst>
                <a:ext uri="{FF2B5EF4-FFF2-40B4-BE49-F238E27FC236}">
                  <a16:creationId xmlns:a16="http://schemas.microsoft.com/office/drawing/2014/main" id="{3AF7283C-4949-4914-CF95-D5DEB28376D5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949218"/>
              <a:ext cx="3054952" cy="7386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Straight Connector 492">
              <a:extLst>
                <a:ext uri="{FF2B5EF4-FFF2-40B4-BE49-F238E27FC236}">
                  <a16:creationId xmlns:a16="http://schemas.microsoft.com/office/drawing/2014/main" id="{5688D9CA-1E8A-849C-930B-5E33DA4DD5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5023078"/>
              <a:ext cx="3054952" cy="10418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4" name="Straight Connector 493">
              <a:extLst>
                <a:ext uri="{FF2B5EF4-FFF2-40B4-BE49-F238E27FC236}">
                  <a16:creationId xmlns:a16="http://schemas.microsoft.com/office/drawing/2014/main" id="{02F0B38F-1401-370F-0F20-35F399881A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5023078"/>
              <a:ext cx="3054952" cy="28223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5" name="Straight Connector 494">
              <a:extLst>
                <a:ext uri="{FF2B5EF4-FFF2-40B4-BE49-F238E27FC236}">
                  <a16:creationId xmlns:a16="http://schemas.microsoft.com/office/drawing/2014/main" id="{18339262-75E5-4751-0286-63B4DBF4BE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5023078"/>
              <a:ext cx="3054952" cy="46027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6" name="Straight Connector 495">
              <a:extLst>
                <a:ext uri="{FF2B5EF4-FFF2-40B4-BE49-F238E27FC236}">
                  <a16:creationId xmlns:a16="http://schemas.microsoft.com/office/drawing/2014/main" id="{BAA93499-2975-577B-A583-BA3EFC67CC7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5023078"/>
              <a:ext cx="3054952" cy="63832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7" name="Straight Connector 496">
              <a:extLst>
                <a:ext uri="{FF2B5EF4-FFF2-40B4-BE49-F238E27FC236}">
                  <a16:creationId xmlns:a16="http://schemas.microsoft.com/office/drawing/2014/main" id="{81CE9262-97DD-CDDD-E022-58D6454F52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5023078"/>
              <a:ext cx="3054952" cy="81637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8" name="Straight Connector 497">
              <a:extLst>
                <a:ext uri="{FF2B5EF4-FFF2-40B4-BE49-F238E27FC236}">
                  <a16:creationId xmlns:a16="http://schemas.microsoft.com/office/drawing/2014/main" id="{6326F342-8D0F-5A55-485F-4BFBFC3593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5023078"/>
              <a:ext cx="3054952" cy="99440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9" name="Straight Connector 498">
              <a:extLst>
                <a:ext uri="{FF2B5EF4-FFF2-40B4-BE49-F238E27FC236}">
                  <a16:creationId xmlns:a16="http://schemas.microsoft.com/office/drawing/2014/main" id="{4E34BA63-502B-000D-09FE-622BDA3EE8A3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1922434"/>
              <a:ext cx="3054952" cy="350202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0" name="Straight Connector 499">
              <a:extLst>
                <a:ext uri="{FF2B5EF4-FFF2-40B4-BE49-F238E27FC236}">
                  <a16:creationId xmlns:a16="http://schemas.microsoft.com/office/drawing/2014/main" id="{C1A3ED2F-6858-864D-5A96-DCDF9A1DD18B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100480"/>
              <a:ext cx="3054952" cy="332398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1" name="Straight Connector 500">
              <a:extLst>
                <a:ext uri="{FF2B5EF4-FFF2-40B4-BE49-F238E27FC236}">
                  <a16:creationId xmlns:a16="http://schemas.microsoft.com/office/drawing/2014/main" id="{E9B68362-E8B3-7D6E-EB76-7657944F46A6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278526"/>
              <a:ext cx="3054952" cy="314593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2" name="Straight Connector 501">
              <a:extLst>
                <a:ext uri="{FF2B5EF4-FFF2-40B4-BE49-F238E27FC236}">
                  <a16:creationId xmlns:a16="http://schemas.microsoft.com/office/drawing/2014/main" id="{EE491C2C-B1E8-1202-4DAA-043F4F5B510A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456572"/>
              <a:ext cx="3054952" cy="296788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3" name="Straight Connector 502">
              <a:extLst>
                <a:ext uri="{FF2B5EF4-FFF2-40B4-BE49-F238E27FC236}">
                  <a16:creationId xmlns:a16="http://schemas.microsoft.com/office/drawing/2014/main" id="{49FF9E2D-0629-DD1D-76F7-D8AF99D8C9DD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634618"/>
              <a:ext cx="3054952" cy="278984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4" name="Straight Connector 503">
              <a:extLst>
                <a:ext uri="{FF2B5EF4-FFF2-40B4-BE49-F238E27FC236}">
                  <a16:creationId xmlns:a16="http://schemas.microsoft.com/office/drawing/2014/main" id="{A1872424-77C9-2C08-DF06-AABF4413E80D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812664"/>
              <a:ext cx="3054952" cy="261179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5" name="Straight Connector 504">
              <a:extLst>
                <a:ext uri="{FF2B5EF4-FFF2-40B4-BE49-F238E27FC236}">
                  <a16:creationId xmlns:a16="http://schemas.microsoft.com/office/drawing/2014/main" id="{C0A1BA6F-2296-022F-4333-1E14D722619B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990710"/>
              <a:ext cx="3054952" cy="243375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6" name="Straight Connector 505">
              <a:extLst>
                <a:ext uri="{FF2B5EF4-FFF2-40B4-BE49-F238E27FC236}">
                  <a16:creationId xmlns:a16="http://schemas.microsoft.com/office/drawing/2014/main" id="{DCB75015-1BFF-2D6A-FF6D-4ACD0AC57D14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168756"/>
              <a:ext cx="3054952" cy="225570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7" name="Straight Connector 506">
              <a:extLst>
                <a:ext uri="{FF2B5EF4-FFF2-40B4-BE49-F238E27FC236}">
                  <a16:creationId xmlns:a16="http://schemas.microsoft.com/office/drawing/2014/main" id="{9077EF1F-A90E-105A-8F8C-9E31D3052C8A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346802"/>
              <a:ext cx="3054952" cy="207765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8" name="Straight Connector 507">
              <a:extLst>
                <a:ext uri="{FF2B5EF4-FFF2-40B4-BE49-F238E27FC236}">
                  <a16:creationId xmlns:a16="http://schemas.microsoft.com/office/drawing/2014/main" id="{2812DAAA-20E9-67FF-B72C-A7C6819A07A1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524848"/>
              <a:ext cx="3054952" cy="189961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9" name="Straight Connector 508">
              <a:extLst>
                <a:ext uri="{FF2B5EF4-FFF2-40B4-BE49-F238E27FC236}">
                  <a16:creationId xmlns:a16="http://schemas.microsoft.com/office/drawing/2014/main" id="{21473167-973E-607B-A681-7BFC2A86D757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702894"/>
              <a:ext cx="3054952" cy="172156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0" name="Straight Connector 509">
              <a:extLst>
                <a:ext uri="{FF2B5EF4-FFF2-40B4-BE49-F238E27FC236}">
                  <a16:creationId xmlns:a16="http://schemas.microsoft.com/office/drawing/2014/main" id="{A25A0880-DD7B-B3BD-B9C3-983FEE118141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880942"/>
              <a:ext cx="3054952" cy="154351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1" name="Straight Connector 510">
              <a:extLst>
                <a:ext uri="{FF2B5EF4-FFF2-40B4-BE49-F238E27FC236}">
                  <a16:creationId xmlns:a16="http://schemas.microsoft.com/office/drawing/2014/main" id="{EA55F6BC-2B37-2A65-5137-66F48BF4E713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058988"/>
              <a:ext cx="3054952" cy="136547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2" name="Straight Connector 511">
              <a:extLst>
                <a:ext uri="{FF2B5EF4-FFF2-40B4-BE49-F238E27FC236}">
                  <a16:creationId xmlns:a16="http://schemas.microsoft.com/office/drawing/2014/main" id="{97A75BE0-2D77-7981-C783-BE15390DA64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237034"/>
              <a:ext cx="3054952" cy="118742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3" name="Straight Connector 512">
              <a:extLst>
                <a:ext uri="{FF2B5EF4-FFF2-40B4-BE49-F238E27FC236}">
                  <a16:creationId xmlns:a16="http://schemas.microsoft.com/office/drawing/2014/main" id="{1D4AD4F2-7700-DEF7-9ABF-06B03510C031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415080"/>
              <a:ext cx="3054952" cy="100938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4" name="Straight Connector 513">
              <a:extLst>
                <a:ext uri="{FF2B5EF4-FFF2-40B4-BE49-F238E27FC236}">
                  <a16:creationId xmlns:a16="http://schemas.microsoft.com/office/drawing/2014/main" id="{10C1DE00-ECD0-5D26-5D21-29DB5737CB88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593126"/>
              <a:ext cx="3054952" cy="83133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5" name="Straight Connector 514">
              <a:extLst>
                <a:ext uri="{FF2B5EF4-FFF2-40B4-BE49-F238E27FC236}">
                  <a16:creationId xmlns:a16="http://schemas.microsoft.com/office/drawing/2014/main" id="{E1B4C4F8-21AE-3CCF-7CA4-84DBB501D5DA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771172"/>
              <a:ext cx="3054952" cy="65328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6" name="Straight Connector 515">
              <a:extLst>
                <a:ext uri="{FF2B5EF4-FFF2-40B4-BE49-F238E27FC236}">
                  <a16:creationId xmlns:a16="http://schemas.microsoft.com/office/drawing/2014/main" id="{676B7D22-DC00-E8FE-7751-49218F102F8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949218"/>
              <a:ext cx="3054952" cy="47524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7" name="Straight Connector 516">
              <a:extLst>
                <a:ext uri="{FF2B5EF4-FFF2-40B4-BE49-F238E27FC236}">
                  <a16:creationId xmlns:a16="http://schemas.microsoft.com/office/drawing/2014/main" id="{00AD79BA-A801-F79F-765C-BD2E74A9C3B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5127264"/>
              <a:ext cx="3054952" cy="29719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8" name="Straight Connector 517">
              <a:extLst>
                <a:ext uri="{FF2B5EF4-FFF2-40B4-BE49-F238E27FC236}">
                  <a16:creationId xmlns:a16="http://schemas.microsoft.com/office/drawing/2014/main" id="{7FFD25A1-63E5-7641-FF43-0579AA6997D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5305310"/>
              <a:ext cx="3054952" cy="11915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9" name="Straight Connector 518">
              <a:extLst>
                <a:ext uri="{FF2B5EF4-FFF2-40B4-BE49-F238E27FC236}">
                  <a16:creationId xmlns:a16="http://schemas.microsoft.com/office/drawing/2014/main" id="{4891D9EA-0585-B830-121B-D14761805C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5424461"/>
              <a:ext cx="3054952" cy="5889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0" name="Straight Connector 519">
              <a:extLst>
                <a:ext uri="{FF2B5EF4-FFF2-40B4-BE49-F238E27FC236}">
                  <a16:creationId xmlns:a16="http://schemas.microsoft.com/office/drawing/2014/main" id="{6BFF62FF-BD51-94FC-33D7-32DD9A93F7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5424461"/>
              <a:ext cx="3054952" cy="2369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1" name="Straight Connector 520">
              <a:extLst>
                <a:ext uri="{FF2B5EF4-FFF2-40B4-BE49-F238E27FC236}">
                  <a16:creationId xmlns:a16="http://schemas.microsoft.com/office/drawing/2014/main" id="{D2A91B6E-21CE-6B3B-06FE-29D65F1561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5424461"/>
              <a:ext cx="3054952" cy="41498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2" name="Straight Connector 521">
              <a:extLst>
                <a:ext uri="{FF2B5EF4-FFF2-40B4-BE49-F238E27FC236}">
                  <a16:creationId xmlns:a16="http://schemas.microsoft.com/office/drawing/2014/main" id="{BFAF12CD-E193-EC6E-F97C-254E221A5C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5424461"/>
              <a:ext cx="3054952" cy="59302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3" name="Straight Connector 522">
              <a:extLst>
                <a:ext uri="{FF2B5EF4-FFF2-40B4-BE49-F238E27FC236}">
                  <a16:creationId xmlns:a16="http://schemas.microsoft.com/office/drawing/2014/main" id="{1F408828-0737-F6FD-A08A-FA0C2E41DF60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1922434"/>
              <a:ext cx="3054952" cy="390340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4" name="Straight Connector 523">
              <a:extLst>
                <a:ext uri="{FF2B5EF4-FFF2-40B4-BE49-F238E27FC236}">
                  <a16:creationId xmlns:a16="http://schemas.microsoft.com/office/drawing/2014/main" id="{9B6A7241-D55F-1075-DC66-5507301C405C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100480"/>
              <a:ext cx="3054952" cy="372536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5" name="Straight Connector 524">
              <a:extLst>
                <a:ext uri="{FF2B5EF4-FFF2-40B4-BE49-F238E27FC236}">
                  <a16:creationId xmlns:a16="http://schemas.microsoft.com/office/drawing/2014/main" id="{A4F5E1E9-A9D5-9B9C-FE85-A59D9A15D88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278526"/>
              <a:ext cx="3054952" cy="354731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6" name="Straight Connector 525">
              <a:extLst>
                <a:ext uri="{FF2B5EF4-FFF2-40B4-BE49-F238E27FC236}">
                  <a16:creationId xmlns:a16="http://schemas.microsoft.com/office/drawing/2014/main" id="{1424D2DD-2974-720C-D18C-1B01A32B3C2F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456572"/>
              <a:ext cx="3054952" cy="336926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7" name="Straight Connector 526">
              <a:extLst>
                <a:ext uri="{FF2B5EF4-FFF2-40B4-BE49-F238E27FC236}">
                  <a16:creationId xmlns:a16="http://schemas.microsoft.com/office/drawing/2014/main" id="{35BE2463-6CE4-1CC0-18B7-494FB635C87A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634618"/>
              <a:ext cx="3054952" cy="319122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8" name="Straight Connector 527">
              <a:extLst>
                <a:ext uri="{FF2B5EF4-FFF2-40B4-BE49-F238E27FC236}">
                  <a16:creationId xmlns:a16="http://schemas.microsoft.com/office/drawing/2014/main" id="{7BCB669B-2CB2-2604-BC2A-BF83647796F6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812664"/>
              <a:ext cx="3054952" cy="301317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9" name="Straight Connector 528">
              <a:extLst>
                <a:ext uri="{FF2B5EF4-FFF2-40B4-BE49-F238E27FC236}">
                  <a16:creationId xmlns:a16="http://schemas.microsoft.com/office/drawing/2014/main" id="{4AFF3E9C-D7E3-4C23-16AD-AB953DF795EC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990710"/>
              <a:ext cx="3054952" cy="283513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0" name="Straight Connector 529">
              <a:extLst>
                <a:ext uri="{FF2B5EF4-FFF2-40B4-BE49-F238E27FC236}">
                  <a16:creationId xmlns:a16="http://schemas.microsoft.com/office/drawing/2014/main" id="{B0508F12-1F39-4E36-F2BE-BEBC6CC35F1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168756"/>
              <a:ext cx="3054952" cy="265708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1" name="Straight Connector 530">
              <a:extLst>
                <a:ext uri="{FF2B5EF4-FFF2-40B4-BE49-F238E27FC236}">
                  <a16:creationId xmlns:a16="http://schemas.microsoft.com/office/drawing/2014/main" id="{377C130A-A57E-BBF4-A433-CC3E09761F74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346802"/>
              <a:ext cx="3054952" cy="247903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2" name="Straight Connector 531">
              <a:extLst>
                <a:ext uri="{FF2B5EF4-FFF2-40B4-BE49-F238E27FC236}">
                  <a16:creationId xmlns:a16="http://schemas.microsoft.com/office/drawing/2014/main" id="{27E4728A-91CA-AC44-558B-C96F30656B38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524848"/>
              <a:ext cx="3054952" cy="230099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3" name="Straight Connector 532">
              <a:extLst>
                <a:ext uri="{FF2B5EF4-FFF2-40B4-BE49-F238E27FC236}">
                  <a16:creationId xmlns:a16="http://schemas.microsoft.com/office/drawing/2014/main" id="{06B7E363-521F-59C4-1EC1-3E220E416758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702894"/>
              <a:ext cx="3054952" cy="212294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4" name="Straight Connector 533">
              <a:extLst>
                <a:ext uri="{FF2B5EF4-FFF2-40B4-BE49-F238E27FC236}">
                  <a16:creationId xmlns:a16="http://schemas.microsoft.com/office/drawing/2014/main" id="{7A07EA88-63C0-52AE-BCD6-8D28EF49CB4B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880942"/>
              <a:ext cx="3054952" cy="194489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5" name="Straight Connector 534">
              <a:extLst>
                <a:ext uri="{FF2B5EF4-FFF2-40B4-BE49-F238E27FC236}">
                  <a16:creationId xmlns:a16="http://schemas.microsoft.com/office/drawing/2014/main" id="{B9940E92-C095-238E-5E54-266BE8548F51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058988"/>
              <a:ext cx="3054952" cy="176685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6" name="Straight Connector 535">
              <a:extLst>
                <a:ext uri="{FF2B5EF4-FFF2-40B4-BE49-F238E27FC236}">
                  <a16:creationId xmlns:a16="http://schemas.microsoft.com/office/drawing/2014/main" id="{B259E74D-B605-C1D8-88BB-35C6975D50DA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237034"/>
              <a:ext cx="3054952" cy="158880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7" name="Straight Connector 536">
              <a:extLst>
                <a:ext uri="{FF2B5EF4-FFF2-40B4-BE49-F238E27FC236}">
                  <a16:creationId xmlns:a16="http://schemas.microsoft.com/office/drawing/2014/main" id="{33830E6B-E789-FC03-EF8E-BFA511B18361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415080"/>
              <a:ext cx="3054952" cy="141076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8" name="Straight Connector 537">
              <a:extLst>
                <a:ext uri="{FF2B5EF4-FFF2-40B4-BE49-F238E27FC236}">
                  <a16:creationId xmlns:a16="http://schemas.microsoft.com/office/drawing/2014/main" id="{51343518-6DF8-A6C0-15BB-8ABE74A0F99E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593126"/>
              <a:ext cx="3054952" cy="123271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9" name="Straight Connector 538">
              <a:extLst>
                <a:ext uri="{FF2B5EF4-FFF2-40B4-BE49-F238E27FC236}">
                  <a16:creationId xmlns:a16="http://schemas.microsoft.com/office/drawing/2014/main" id="{A9EAF4B5-B385-63CF-8136-6EF3A1F93F0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771172"/>
              <a:ext cx="3054952" cy="105466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0" name="Straight Connector 539">
              <a:extLst>
                <a:ext uri="{FF2B5EF4-FFF2-40B4-BE49-F238E27FC236}">
                  <a16:creationId xmlns:a16="http://schemas.microsoft.com/office/drawing/2014/main" id="{EA664C3E-C791-D797-9DC6-3FA66D741187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949218"/>
              <a:ext cx="3054952" cy="87662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1" name="Straight Connector 540">
              <a:extLst>
                <a:ext uri="{FF2B5EF4-FFF2-40B4-BE49-F238E27FC236}">
                  <a16:creationId xmlns:a16="http://schemas.microsoft.com/office/drawing/2014/main" id="{46CAFE60-1819-1C1B-A941-EA277D42C684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5127264"/>
              <a:ext cx="3054952" cy="69857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Straight Connector 541">
              <a:extLst>
                <a:ext uri="{FF2B5EF4-FFF2-40B4-BE49-F238E27FC236}">
                  <a16:creationId xmlns:a16="http://schemas.microsoft.com/office/drawing/2014/main" id="{6378B0B0-63E3-2003-DB12-7DEFA75DA117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5305310"/>
              <a:ext cx="3054952" cy="52053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3" name="Straight Connector 542">
              <a:extLst>
                <a:ext uri="{FF2B5EF4-FFF2-40B4-BE49-F238E27FC236}">
                  <a16:creationId xmlns:a16="http://schemas.microsoft.com/office/drawing/2014/main" id="{20C0089B-AACC-0885-6853-083FC5E1F6FC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5483356"/>
              <a:ext cx="3054952" cy="34248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4" name="Straight Connector 543">
              <a:extLst>
                <a:ext uri="{FF2B5EF4-FFF2-40B4-BE49-F238E27FC236}">
                  <a16:creationId xmlns:a16="http://schemas.microsoft.com/office/drawing/2014/main" id="{2823A335-70AC-D161-98DE-2CCD346F8C4A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5661402"/>
              <a:ext cx="3054952" cy="16443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5" name="Straight Connector 544">
              <a:extLst>
                <a:ext uri="{FF2B5EF4-FFF2-40B4-BE49-F238E27FC236}">
                  <a16:creationId xmlns:a16="http://schemas.microsoft.com/office/drawing/2014/main" id="{EADA629B-D30A-B9CC-31F0-65515B7626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5825841"/>
              <a:ext cx="3054952" cy="1360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Straight Connector 545">
              <a:extLst>
                <a:ext uri="{FF2B5EF4-FFF2-40B4-BE49-F238E27FC236}">
                  <a16:creationId xmlns:a16="http://schemas.microsoft.com/office/drawing/2014/main" id="{B9AC75D1-1AA9-7975-1F7B-6A0BBCD77F3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5825841"/>
              <a:ext cx="3054952" cy="19164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8" name="Group 557">
            <a:extLst>
              <a:ext uri="{FF2B5EF4-FFF2-40B4-BE49-F238E27FC236}">
                <a16:creationId xmlns:a16="http://schemas.microsoft.com/office/drawing/2014/main" id="{604CAF21-604A-15AE-74C4-C521F7A754B9}"/>
              </a:ext>
            </a:extLst>
          </p:cNvPr>
          <p:cNvGrpSpPr/>
          <p:nvPr/>
        </p:nvGrpSpPr>
        <p:grpSpPr>
          <a:xfrm>
            <a:off x="9569565" y="2200220"/>
            <a:ext cx="1088757" cy="3606774"/>
            <a:chOff x="9569565" y="2200220"/>
            <a:chExt cx="1088757" cy="3606774"/>
          </a:xfrm>
        </p:grpSpPr>
        <p:cxnSp>
          <p:nvCxnSpPr>
            <p:cNvPr id="548" name="Straight Connector 547">
              <a:extLst>
                <a:ext uri="{FF2B5EF4-FFF2-40B4-BE49-F238E27FC236}">
                  <a16:creationId xmlns:a16="http://schemas.microsoft.com/office/drawing/2014/main" id="{0AF202B0-A798-4BD7-DA01-5764D40682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69565" y="4010956"/>
              <a:ext cx="1088757" cy="179603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Straight Connector 548">
              <a:extLst>
                <a:ext uri="{FF2B5EF4-FFF2-40B4-BE49-F238E27FC236}">
                  <a16:creationId xmlns:a16="http://schemas.microsoft.com/office/drawing/2014/main" id="{A1BAB246-389B-A72A-4838-3259B8E9EA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69565" y="4010956"/>
              <a:ext cx="1088757" cy="139528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Straight Connector 549">
              <a:extLst>
                <a:ext uri="{FF2B5EF4-FFF2-40B4-BE49-F238E27FC236}">
                  <a16:creationId xmlns:a16="http://schemas.microsoft.com/office/drawing/2014/main" id="{C9742C86-5C07-618F-CF8C-219B7B3DE5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69565" y="4010956"/>
              <a:ext cx="1088757" cy="99453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1" name="Straight Connector 550">
              <a:extLst>
                <a:ext uri="{FF2B5EF4-FFF2-40B4-BE49-F238E27FC236}">
                  <a16:creationId xmlns:a16="http://schemas.microsoft.com/office/drawing/2014/main" id="{69B519DF-88DF-952B-E12E-5F1B173E95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69565" y="4010956"/>
              <a:ext cx="1088757" cy="59378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2" name="Straight Connector 551">
              <a:extLst>
                <a:ext uri="{FF2B5EF4-FFF2-40B4-BE49-F238E27FC236}">
                  <a16:creationId xmlns:a16="http://schemas.microsoft.com/office/drawing/2014/main" id="{5F8F0736-E71A-0A81-9C73-EDC4B6F5F8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69565" y="4010956"/>
              <a:ext cx="1088757" cy="19302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3" name="Straight Connector 552">
              <a:extLst>
                <a:ext uri="{FF2B5EF4-FFF2-40B4-BE49-F238E27FC236}">
                  <a16:creationId xmlns:a16="http://schemas.microsoft.com/office/drawing/2014/main" id="{CA015F83-278D-E902-8BE5-59D489B49377}"/>
                </a:ext>
              </a:extLst>
            </p:cNvPr>
            <p:cNvCxnSpPr>
              <a:cxnSpLocks/>
            </p:cNvCxnSpPr>
            <p:nvPr/>
          </p:nvCxnSpPr>
          <p:spPr>
            <a:xfrm>
              <a:off x="9569565" y="3803232"/>
              <a:ext cx="1088757" cy="20772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4" name="Straight Connector 553">
              <a:extLst>
                <a:ext uri="{FF2B5EF4-FFF2-40B4-BE49-F238E27FC236}">
                  <a16:creationId xmlns:a16="http://schemas.microsoft.com/office/drawing/2014/main" id="{6E13BA46-6C2D-DE32-4B4F-7244024D5BF1}"/>
                </a:ext>
              </a:extLst>
            </p:cNvPr>
            <p:cNvCxnSpPr>
              <a:cxnSpLocks/>
            </p:cNvCxnSpPr>
            <p:nvPr/>
          </p:nvCxnSpPr>
          <p:spPr>
            <a:xfrm>
              <a:off x="9569565" y="3402479"/>
              <a:ext cx="1088757" cy="60847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Straight Connector 554">
              <a:extLst>
                <a:ext uri="{FF2B5EF4-FFF2-40B4-BE49-F238E27FC236}">
                  <a16:creationId xmlns:a16="http://schemas.microsoft.com/office/drawing/2014/main" id="{2195ED51-0437-F945-D64D-E171B15CD442}"/>
                </a:ext>
              </a:extLst>
            </p:cNvPr>
            <p:cNvCxnSpPr>
              <a:cxnSpLocks/>
            </p:cNvCxnSpPr>
            <p:nvPr/>
          </p:nvCxnSpPr>
          <p:spPr>
            <a:xfrm>
              <a:off x="9569565" y="3001726"/>
              <a:ext cx="1088757" cy="100923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6" name="Straight Connector 555">
              <a:extLst>
                <a:ext uri="{FF2B5EF4-FFF2-40B4-BE49-F238E27FC236}">
                  <a16:creationId xmlns:a16="http://schemas.microsoft.com/office/drawing/2014/main" id="{78E9D2B5-0D7C-1698-E9F0-F5D2E14D38ED}"/>
                </a:ext>
              </a:extLst>
            </p:cNvPr>
            <p:cNvCxnSpPr>
              <a:cxnSpLocks/>
            </p:cNvCxnSpPr>
            <p:nvPr/>
          </p:nvCxnSpPr>
          <p:spPr>
            <a:xfrm>
              <a:off x="9569565" y="2200220"/>
              <a:ext cx="1088757" cy="181073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7" name="Straight Connector 556">
              <a:extLst>
                <a:ext uri="{FF2B5EF4-FFF2-40B4-BE49-F238E27FC236}">
                  <a16:creationId xmlns:a16="http://schemas.microsoft.com/office/drawing/2014/main" id="{E7B1DE87-3E18-F8D5-C292-E382D24E4A5E}"/>
                </a:ext>
              </a:extLst>
            </p:cNvPr>
            <p:cNvCxnSpPr>
              <a:cxnSpLocks/>
            </p:cNvCxnSpPr>
            <p:nvPr/>
          </p:nvCxnSpPr>
          <p:spPr>
            <a:xfrm>
              <a:off x="9569565" y="2600973"/>
              <a:ext cx="1088757" cy="140998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6FA066A7-03C7-C6BE-F40C-4D93D2C4FC12}"/>
              </a:ext>
            </a:extLst>
          </p:cNvPr>
          <p:cNvGrpSpPr/>
          <p:nvPr/>
        </p:nvGrpSpPr>
        <p:grpSpPr>
          <a:xfrm>
            <a:off x="2904816" y="1918552"/>
            <a:ext cx="3054952" cy="4102025"/>
            <a:chOff x="2904816" y="1918552"/>
            <a:chExt cx="3054952" cy="4102025"/>
          </a:xfrm>
        </p:grpSpPr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B1B88F2-BF0C-2EA3-64CC-A85EF6C72D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8851" y="1918552"/>
              <a:ext cx="3050917" cy="29793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16AE14DC-B470-B02B-8F2E-73AD4168FD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8851" y="2096598"/>
              <a:ext cx="3050917" cy="11989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A5A0AC8C-413B-42E9-D78B-5147B6CF61E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581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C836C879-1BCF-4F32-6FBF-5CDBF2C8EB5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23620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100806BC-DE25-8677-C038-7C0683EDA2F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41424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BC0774A-06EE-EC43-E0AD-AB63EC9C460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59229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21D8D298-5739-E144-CAE5-03E2800F301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77033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43DF1685-6E8A-C235-E8F1-1FCFA29D0A5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94838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E238F03F-CCEC-094A-1B36-9D5FCC506F5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112643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6BBEB39B-A0CB-3DFA-BE16-1FB3A517B9C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130447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9EA1C9FD-7930-12AB-3B3A-524DA432DD3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148252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919FC7D3-EAA0-D769-1325-56D47EFB67D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166056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3E5AFE32-13B0-7D65-9EAC-CE7EF95696D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183861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9451CA77-EC51-8D38-4944-98EB00C0BF1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201666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F3E5DBEB-3E13-8B07-1422-B9B46C4C80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219470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34B2659D-1C33-92BE-1493-1F25E4CE3D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237275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6FA7E130-F16D-4A40-AF5B-33EA53B78E1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255079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45D4D62D-410F-95DC-F16F-7D78A41DCB7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272884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33CEC4A-A77C-9BDF-35D9-0ABFB82A95E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290689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4A4C7F20-F155-ADDB-7576-DDCFEDB35AE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308493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51CC846-6431-CC97-06CE-FBADAD3EBD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326298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69281CB9-D5AC-0493-131D-38B1B72EC22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344102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F8BFC836-5C54-1847-0E5A-AFB7164588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361907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51F3A752-B0FF-A706-1B9F-F0939697F46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379711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DC990669-2D6E-05C0-D4D3-2088050063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7" y="1923306"/>
              <a:ext cx="3054951" cy="69456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8BAEEE75-3EA3-8AC7-AFEC-8084EBAB4B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7" y="2101352"/>
              <a:ext cx="3054951" cy="51652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0FA3E5F-04F9-4FCD-312B-B75EA69EDC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7" y="2279398"/>
              <a:ext cx="3054951" cy="33847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C924953F-B475-9602-9907-489CF60235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7" y="2457444"/>
              <a:ext cx="3054951" cy="16042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D1F7F218-E411-21CA-FA88-09233F2F5D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1761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BBA2836F-55E0-2E1F-43D4-4AC7BF4F41B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19566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6671089-D9F8-4CAD-20DD-DF96EC95A27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37370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BB7DCF9B-AE7B-B0A3-C078-AE302A2409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55175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BC302741-D49B-E93A-4C2C-DAF68091027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72980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AC9BE179-284D-A660-D516-87E8C3B95F4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90784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A6A56EEB-490D-5ACD-0EA9-0A23688B07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108589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3243790-75EE-03D5-93BC-B42032695B3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126393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E4999DD-049C-F7B6-4D84-0F392A00940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144198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A25CB179-4E70-C109-E31E-6C506873D6A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162003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ADF8EAE2-2DC9-FD78-6006-13DFE510E5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179807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C58E93D3-43A3-4E35-C531-2AF1464CC80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197612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DCF06A33-8C34-22DF-F832-8DD565934D5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215416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A477E957-B202-9A80-93C7-D8E1A4CAD2C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233221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310AB0D3-92C7-7002-4CAB-302E430322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251026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F8068B38-41B1-EA32-F16C-7A8C00F1DC7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268830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502B8395-4206-E683-767F-DC0765EBC8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286635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92CBDA1F-41DB-C156-38A7-51ABA3CCC50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304439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D2BFE595-F32E-FF19-6680-31DDA5B5FFF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322244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CCB65E08-3841-A44B-4BA7-EF52B893528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340048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0FFE4636-C2FC-C59A-1D99-65A6297DB0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1925527"/>
              <a:ext cx="3054952" cy="109372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7CBA5CCA-4F10-29B7-E0B7-3B32A67928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103573"/>
              <a:ext cx="3054952" cy="91568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8C8F1B51-5527-ADD1-F179-BCD0E93E4A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281619"/>
              <a:ext cx="3054952" cy="73763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D5C17E10-5352-B866-875E-B41E278364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459665"/>
              <a:ext cx="3054952" cy="55959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A1A4B3F7-9F9D-395D-7F5E-B0A445A3EB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637711"/>
              <a:ext cx="3054952" cy="38154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D66A6B32-C7D5-2A20-5184-353B4C5E3C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815757"/>
              <a:ext cx="3054952" cy="20349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ADB06518-B823-61B4-DA8F-98C87237B6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993803"/>
              <a:ext cx="3054952" cy="2545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57397E19-6755-D9D7-2DCD-6E4FC03D47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15259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ECD91FD4-9AF4-7DEB-67AA-BF66D3A2D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33063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3A6DD71F-43DB-7162-1CC1-69362AE7CBD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50868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3682897A-5E3B-0B51-357D-8F4A2E5B466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68673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45DE4BB4-3E8D-E39D-64C5-FB26B1B321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86477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1A408C0E-F2B1-ECB0-7F72-C48ECB33B05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104282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D06300AC-8669-C905-3E38-589623117D0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122087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E330748-11DA-9966-E494-28B9496388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139891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C6F3129D-7E4C-051E-0DA1-DD971FAF07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157696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80061FFB-AAF5-D8E7-670E-DBCE1E0BC14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175500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B17C0706-AFDC-E5A6-B867-6DD60F14B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193305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4AFFA869-BE84-8A62-EE20-6CABAF21A53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211110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2A0E2559-8437-B886-BAE8-636CE905DE1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228914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7A591306-2CE8-B51E-A08B-7B03B4965E3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246719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9DB281A2-CA23-3E99-B1AC-2E552C6424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264523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AD47C04F-B016-9308-E759-43002211BB5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282328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79AD2B01-5700-A594-953F-18344D398BE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300132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89A02257-44DE-CDA4-2773-66AED8D993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1925527"/>
              <a:ext cx="3054952" cy="149511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7B9A195B-E5A6-6393-9A71-231835AB2D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103573"/>
              <a:ext cx="3054952" cy="131706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E1FF674E-5603-E307-C65E-FBC4E76752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281619"/>
              <a:ext cx="3054952" cy="113902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E7192965-FAA1-308A-D3DA-BFC591A34A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459665"/>
              <a:ext cx="3054952" cy="96097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7A7A7AA-92A9-E7BA-7506-2FC06A2FDCB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637711"/>
              <a:ext cx="3054952" cy="78292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0B003EB6-E55E-C170-0600-2441530D95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815757"/>
              <a:ext cx="3054952" cy="60488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8F666A82-2640-A25C-699A-4299D52CF5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993803"/>
              <a:ext cx="3054952" cy="42683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2AA936F7-8917-50DD-6FBF-53052A93F9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171849"/>
              <a:ext cx="3054952" cy="24879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D26B5F29-7E5D-30F5-E502-CC718AC601F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349895"/>
              <a:ext cx="3054952" cy="7074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E929A81A-624F-4C3C-B70D-120C04C29E7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10730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175BD005-CEB2-5992-9F48-FFAAFC5D3C7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28534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85611671-4FD7-F7EA-2803-176DD99CBBE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46339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F7C2D7FA-7848-DF72-2B95-26C89BDD2F2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64144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33671174-162A-7AC5-EBFB-74219BF686B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81948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0FA0C807-1C42-EE09-2076-68113CE46DC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99753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0502859E-8A75-6051-C3C8-7DD764F7C49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117558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BAB7C792-9B78-C2A7-07DF-8ECF573C217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135362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98AFFC7A-EA33-F032-DE1F-FC5CB164779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153167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0BC42EA1-1FC9-59CD-6CCE-CEB8FBC09BF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170971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E1FEF461-B46A-5F7C-ACBB-A69201B7CEA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188776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07C006B9-0F36-02A7-D6AC-DF5C8E8BCF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206581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52FAC90F-AA68-8689-CA42-3C283F95B3C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224385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C66E4E06-86BD-557F-8A07-F72389B5144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242190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53282ECF-2344-7610-2B8B-166C8F2476C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259993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32CB82CC-61F2-CB01-091D-875A395606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1925527"/>
              <a:ext cx="3054952" cy="189649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1CFBE6A9-F8A3-99E6-D618-6A69AD3CCA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103573"/>
              <a:ext cx="3054952" cy="171844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E81FD286-473D-35A7-80CA-F068CFEBFF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281619"/>
              <a:ext cx="3054952" cy="154040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71384264-FA4A-CDB6-2649-9D12E40284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459665"/>
              <a:ext cx="3054952" cy="136235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B7149FD5-CBC7-DCA8-7642-C33CFA2317F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637711"/>
              <a:ext cx="3054952" cy="118431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A3E29778-E5B1-B878-4CB1-AB7D5AA5E5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815757"/>
              <a:ext cx="3054952" cy="100626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A5D37919-62C1-D174-1F44-C26E6BFE06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993803"/>
              <a:ext cx="3054952" cy="82821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D70908F5-2DA6-0142-C8F2-E3C8AE65CD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171849"/>
              <a:ext cx="3054952" cy="65017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17C71046-B0C3-C140-D833-32DA25B535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349895"/>
              <a:ext cx="3054952" cy="47212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D1D57403-5076-C4AB-1274-1A63FE686E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527941"/>
              <a:ext cx="3054952" cy="29408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>
              <a:extLst>
                <a:ext uri="{FF2B5EF4-FFF2-40B4-BE49-F238E27FC236}">
                  <a16:creationId xmlns:a16="http://schemas.microsoft.com/office/drawing/2014/main" id="{9767885D-A955-B2EF-FB71-AD50490126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705987"/>
              <a:ext cx="3054952" cy="11603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>
              <a:extLst>
                <a:ext uri="{FF2B5EF4-FFF2-40B4-BE49-F238E27FC236}">
                  <a16:creationId xmlns:a16="http://schemas.microsoft.com/office/drawing/2014/main" id="{07FF5E43-E457-12A7-FDC5-2B12EC48FD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822022"/>
              <a:ext cx="3054952" cy="6201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>
              <a:extLst>
                <a:ext uri="{FF2B5EF4-FFF2-40B4-BE49-F238E27FC236}">
                  <a16:creationId xmlns:a16="http://schemas.microsoft.com/office/drawing/2014/main" id="{852FDA72-133A-5A7F-E648-EC3AAA36CA3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822022"/>
              <a:ext cx="3054952" cy="24005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8557E8C5-2FCF-1E60-C883-46B7834EDF9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822022"/>
              <a:ext cx="3054952" cy="41810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A57C6788-97AB-26A2-99E5-90A66EB7064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822022"/>
              <a:ext cx="3054952" cy="59615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174D6324-E9F5-0E4A-1556-C5CB0973941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822022"/>
              <a:ext cx="3054952" cy="77419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49F5FDDF-5111-6290-ECA0-8E1184985EA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822022"/>
              <a:ext cx="3054952" cy="95224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6CB46698-A440-CF92-9B37-4730A31C1F1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822022"/>
              <a:ext cx="3054952" cy="113028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EFEC37E9-8414-D86E-F47A-8EC741DEA5D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822022"/>
              <a:ext cx="3054952" cy="130833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5CDE0ABA-4C6E-34AC-3824-5C3A1D34C5E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822022"/>
              <a:ext cx="3054952" cy="148638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DF97DEEA-F52A-C7AE-5E73-28B89B783AC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822022"/>
              <a:ext cx="3054952" cy="166442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9BDFD5D3-0360-48D7-0487-A80FF963C4E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822022"/>
              <a:ext cx="3054952" cy="184247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734E2E8D-0962-E4D7-AA58-CA664EC6A72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822022"/>
              <a:ext cx="3054952" cy="202051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556C14BD-640E-4914-7893-1BF9A18889F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822022"/>
              <a:ext cx="3054952" cy="219855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7FB7499F-154D-B675-49A4-C49EFE4F518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1925527"/>
              <a:ext cx="3054952" cy="229787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D392F0CC-6379-BBF9-38C2-D8B41AD178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103573"/>
              <a:ext cx="3054952" cy="211983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1C1630B2-20E5-E683-8B3B-0FBCFCD62F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281619"/>
              <a:ext cx="3054952" cy="194178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3AE647F2-0C6B-B490-C2A1-BC26082D6E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459665"/>
              <a:ext cx="3054952" cy="176374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154C97C4-D484-1B5B-B314-C0D29274BD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637711"/>
              <a:ext cx="3054952" cy="158569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F6F55B9C-90BF-AAF2-45DC-FD3C372DFE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815757"/>
              <a:ext cx="3054952" cy="140764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999D5B3B-8442-54B4-CDE7-2A878AFB92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993803"/>
              <a:ext cx="3054952" cy="122960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42A0764D-04E8-45EA-F230-C54E943628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171849"/>
              <a:ext cx="3054952" cy="105155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CEC8016F-5613-A46E-10BA-9EC1D71750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349895"/>
              <a:ext cx="3054952" cy="87351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6B828C4E-5A33-B24B-6D66-E67430F779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527941"/>
              <a:ext cx="3054952" cy="69546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Straight Connector 195">
              <a:extLst>
                <a:ext uri="{FF2B5EF4-FFF2-40B4-BE49-F238E27FC236}">
                  <a16:creationId xmlns:a16="http://schemas.microsoft.com/office/drawing/2014/main" id="{DF27635D-5CB0-2DC2-CDDE-8CABAB49A1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705987"/>
              <a:ext cx="3054952" cy="51741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Straight Connector 196">
              <a:extLst>
                <a:ext uri="{FF2B5EF4-FFF2-40B4-BE49-F238E27FC236}">
                  <a16:creationId xmlns:a16="http://schemas.microsoft.com/office/drawing/2014/main" id="{1C7F2D94-3EDE-6D9D-5B06-DC20608EB3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884035"/>
              <a:ext cx="3054952" cy="33937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Connector 197">
              <a:extLst>
                <a:ext uri="{FF2B5EF4-FFF2-40B4-BE49-F238E27FC236}">
                  <a16:creationId xmlns:a16="http://schemas.microsoft.com/office/drawing/2014/main" id="{80FC4F59-AEBA-331B-9F8A-DCE7083239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062081"/>
              <a:ext cx="3054952" cy="16132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78A78F49-3F93-6C03-D06D-38CBA5B51DE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223405"/>
              <a:ext cx="3054952" cy="1672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Straight Connector 199">
              <a:extLst>
                <a:ext uri="{FF2B5EF4-FFF2-40B4-BE49-F238E27FC236}">
                  <a16:creationId xmlns:a16="http://schemas.microsoft.com/office/drawing/2014/main" id="{9524EE93-5973-B32E-79B8-8ED6C413697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223405"/>
              <a:ext cx="3054952" cy="19476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Straight Connector 200">
              <a:extLst>
                <a:ext uri="{FF2B5EF4-FFF2-40B4-BE49-F238E27FC236}">
                  <a16:creationId xmlns:a16="http://schemas.microsoft.com/office/drawing/2014/main" id="{8F471E06-EE54-98B1-E6D4-6E58AE98394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223405"/>
              <a:ext cx="3054952" cy="37281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Straight Connector 201">
              <a:extLst>
                <a:ext uri="{FF2B5EF4-FFF2-40B4-BE49-F238E27FC236}">
                  <a16:creationId xmlns:a16="http://schemas.microsoft.com/office/drawing/2014/main" id="{0D038B12-4521-EF17-3BC0-DBBA413DCC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223405"/>
              <a:ext cx="3054952" cy="55086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DC2EBEB-5B64-90A4-2D18-5E7C3067402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223405"/>
              <a:ext cx="3054952" cy="72890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7B70A40F-6429-9E28-ABA0-C8CEF2B914C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223405"/>
              <a:ext cx="3054952" cy="90695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E730D6C3-B7EB-546F-1235-68A69AA5BF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223405"/>
              <a:ext cx="3054952" cy="108499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4B5A170F-EFB1-68EF-5618-C3B57F58DBC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223405"/>
              <a:ext cx="3054952" cy="126304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273C53AE-180A-AE9F-AFAD-17B2C4741CD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223405"/>
              <a:ext cx="3054952" cy="144109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8BAD233-1D2D-4D77-AE0B-C70A4700B51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223405"/>
              <a:ext cx="3054952" cy="161913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E909C052-9254-F956-BDF8-62518CBBB31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223405"/>
              <a:ext cx="3054952" cy="179717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CB6EDF60-E5B9-D5C8-E1E4-48F4A5E5B2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1925527"/>
              <a:ext cx="3054952" cy="269926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50DFE90D-81F7-EBD6-7ABC-4FD658FD8B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103573"/>
              <a:ext cx="3054952" cy="252121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3545DAA8-AAD3-D8D6-4518-42BE287357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281619"/>
              <a:ext cx="3054952" cy="234316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Connector 212">
              <a:extLst>
                <a:ext uri="{FF2B5EF4-FFF2-40B4-BE49-F238E27FC236}">
                  <a16:creationId xmlns:a16="http://schemas.microsoft.com/office/drawing/2014/main" id="{799BC625-C6EB-15B0-9B49-75E3CE9F64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459665"/>
              <a:ext cx="3054952" cy="216512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9B57A70B-3B2D-C9CB-0D30-14F60C433E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637711"/>
              <a:ext cx="3054952" cy="198707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AEFC30B3-5905-5E46-AFA7-075F8D8CF5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815757"/>
              <a:ext cx="3054952" cy="180903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522EB6E8-8CA7-0418-7447-D4C593919BD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993803"/>
              <a:ext cx="3054952" cy="163098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BDC5B0AB-BA4F-CACC-753F-552B9E359A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171849"/>
              <a:ext cx="3054952" cy="145293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F9DD1D8A-028E-7999-7EFA-71386F7DAE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349895"/>
              <a:ext cx="3054952" cy="127489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E1BE41EF-2164-90C2-7DE8-8050EBB1D0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527941"/>
              <a:ext cx="3054952" cy="109684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Straight Connector 219">
              <a:extLst>
                <a:ext uri="{FF2B5EF4-FFF2-40B4-BE49-F238E27FC236}">
                  <a16:creationId xmlns:a16="http://schemas.microsoft.com/office/drawing/2014/main" id="{354A5BB1-0B05-F9CA-2E54-1A65FAE6A9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705987"/>
              <a:ext cx="3054952" cy="91880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DD39BCF1-D9CA-76CB-4BCF-DB748E499AE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884035"/>
              <a:ext cx="3054952" cy="74075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Connector 221">
              <a:extLst>
                <a:ext uri="{FF2B5EF4-FFF2-40B4-BE49-F238E27FC236}">
                  <a16:creationId xmlns:a16="http://schemas.microsoft.com/office/drawing/2014/main" id="{16A38F07-7D50-0548-3668-8BBA8950DD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062081"/>
              <a:ext cx="3054952" cy="56270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Straight Connector 222">
              <a:extLst>
                <a:ext uri="{FF2B5EF4-FFF2-40B4-BE49-F238E27FC236}">
                  <a16:creationId xmlns:a16="http://schemas.microsoft.com/office/drawing/2014/main" id="{5A5988B4-28D2-F6CB-AC60-CC86CDBDC6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240127"/>
              <a:ext cx="3054952" cy="38466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Straight Connector 223">
              <a:extLst>
                <a:ext uri="{FF2B5EF4-FFF2-40B4-BE49-F238E27FC236}">
                  <a16:creationId xmlns:a16="http://schemas.microsoft.com/office/drawing/2014/main" id="{D0A31242-B65F-9EDB-E0B7-0DEC4D8FD6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418173"/>
              <a:ext cx="3054952" cy="20661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Straight Connector 224">
              <a:extLst>
                <a:ext uri="{FF2B5EF4-FFF2-40B4-BE49-F238E27FC236}">
                  <a16:creationId xmlns:a16="http://schemas.microsoft.com/office/drawing/2014/main" id="{A5D1C519-01EC-ECF5-EA1E-5CA8682410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596219"/>
              <a:ext cx="3054952" cy="2856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2B49F508-FA74-3B7A-3E02-D306E046963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624788"/>
              <a:ext cx="3054952" cy="14947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Straight Connector 226">
              <a:extLst>
                <a:ext uri="{FF2B5EF4-FFF2-40B4-BE49-F238E27FC236}">
                  <a16:creationId xmlns:a16="http://schemas.microsoft.com/office/drawing/2014/main" id="{8E6AAEAE-C44D-5CF4-53FE-376E54546D6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624788"/>
              <a:ext cx="3054952" cy="32752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Straight Connector 227">
              <a:extLst>
                <a:ext uri="{FF2B5EF4-FFF2-40B4-BE49-F238E27FC236}">
                  <a16:creationId xmlns:a16="http://schemas.microsoft.com/office/drawing/2014/main" id="{6406D956-7B13-5C80-3032-17FFC41E04A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624788"/>
              <a:ext cx="3054952" cy="50556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A523851A-FACF-135E-DCB0-2F3053EF90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624788"/>
              <a:ext cx="3054952" cy="68361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F98FD01E-335F-B1EF-E017-FA71803C25A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624788"/>
              <a:ext cx="3054952" cy="86166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980C46C2-FCC5-B813-F9EC-E1E75EF7D96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624788"/>
              <a:ext cx="3054952" cy="103970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Straight Connector 231">
              <a:extLst>
                <a:ext uri="{FF2B5EF4-FFF2-40B4-BE49-F238E27FC236}">
                  <a16:creationId xmlns:a16="http://schemas.microsoft.com/office/drawing/2014/main" id="{76D582A3-901C-1F06-AB3C-030A7664883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624788"/>
              <a:ext cx="3054952" cy="121775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02BC9223-CCCC-0D77-4166-E91E076D8A7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624788"/>
              <a:ext cx="3054952" cy="139578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Connector 233">
              <a:extLst>
                <a:ext uri="{FF2B5EF4-FFF2-40B4-BE49-F238E27FC236}">
                  <a16:creationId xmlns:a16="http://schemas.microsoft.com/office/drawing/2014/main" id="{70A8D814-D9ED-7299-2A47-26130714E4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1925527"/>
              <a:ext cx="3054952" cy="310064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Straight Connector 234">
              <a:extLst>
                <a:ext uri="{FF2B5EF4-FFF2-40B4-BE49-F238E27FC236}">
                  <a16:creationId xmlns:a16="http://schemas.microsoft.com/office/drawing/2014/main" id="{AE447BE4-C15A-BD59-2F5B-2335C16E86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103573"/>
              <a:ext cx="3054952" cy="292259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82FE90D3-BA4A-0B40-D599-C713F4C97C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281619"/>
              <a:ext cx="3054952" cy="274455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B892E9C3-3BA9-E9A7-6B6B-F7963B5C91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459665"/>
              <a:ext cx="3054952" cy="256650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Connector 237">
              <a:extLst>
                <a:ext uri="{FF2B5EF4-FFF2-40B4-BE49-F238E27FC236}">
                  <a16:creationId xmlns:a16="http://schemas.microsoft.com/office/drawing/2014/main" id="{9883FE15-3691-A541-4E4F-C9A79873D2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637711"/>
              <a:ext cx="3054952" cy="238846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Straight Connector 238">
              <a:extLst>
                <a:ext uri="{FF2B5EF4-FFF2-40B4-BE49-F238E27FC236}">
                  <a16:creationId xmlns:a16="http://schemas.microsoft.com/office/drawing/2014/main" id="{B17ABDB6-A060-1F92-ABB3-D645B579D5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815757"/>
              <a:ext cx="3054952" cy="221041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Straight Connector 239">
              <a:extLst>
                <a:ext uri="{FF2B5EF4-FFF2-40B4-BE49-F238E27FC236}">
                  <a16:creationId xmlns:a16="http://schemas.microsoft.com/office/drawing/2014/main" id="{AAB351BE-F24F-1584-BC74-9DF44CDE15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993803"/>
              <a:ext cx="3054952" cy="203236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Connector 240">
              <a:extLst>
                <a:ext uri="{FF2B5EF4-FFF2-40B4-BE49-F238E27FC236}">
                  <a16:creationId xmlns:a16="http://schemas.microsoft.com/office/drawing/2014/main" id="{7E17C2D1-29D1-B46B-0125-817311154E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171849"/>
              <a:ext cx="3054952" cy="185432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241">
              <a:extLst>
                <a:ext uri="{FF2B5EF4-FFF2-40B4-BE49-F238E27FC236}">
                  <a16:creationId xmlns:a16="http://schemas.microsoft.com/office/drawing/2014/main" id="{24C7D14E-E4D7-B5E2-FE95-64952D232D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349895"/>
              <a:ext cx="3054952" cy="167627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Connector 242">
              <a:extLst>
                <a:ext uri="{FF2B5EF4-FFF2-40B4-BE49-F238E27FC236}">
                  <a16:creationId xmlns:a16="http://schemas.microsoft.com/office/drawing/2014/main" id="{834EDE06-AB3A-B318-F913-8BB0489EF7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527941"/>
              <a:ext cx="3054952" cy="149823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5C58D776-09DC-B9CA-E47A-4B492F91D5F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705987"/>
              <a:ext cx="3054952" cy="132018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95E1D491-9DF1-788E-0A4E-D672674303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884035"/>
              <a:ext cx="3054952" cy="114213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ED5BB489-971A-4700-E904-A2E61522C3F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062081"/>
              <a:ext cx="3054952" cy="96409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A7029F7C-8E1C-15D1-34CA-BE90C0F7AD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240127"/>
              <a:ext cx="3054952" cy="78604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A25AEDE7-2141-E19C-779E-9C105E4B6D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418173"/>
              <a:ext cx="3054952" cy="60799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8A71745F-EAAA-7CE8-DE3C-5370164D78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596219"/>
              <a:ext cx="3054952" cy="42995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DBBCD333-C646-56C0-C2ED-1981D6BEC6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774265"/>
              <a:ext cx="3054952" cy="25190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CB7BE154-B0C0-E53B-B944-13C1F92E1B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952311"/>
              <a:ext cx="3054952" cy="7386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3A38C189-0438-5F59-8F6C-8DF5D961D6A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5026171"/>
              <a:ext cx="3054952" cy="10418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5D516CA6-5D8B-FEE4-92AC-5E6DC44C596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5026171"/>
              <a:ext cx="3054952" cy="28223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932D3EBC-0DD9-6CEA-6716-7C98CC9CBEB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5026171"/>
              <a:ext cx="3054952" cy="46027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82C766A8-68D9-21F6-22EB-571630361B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5026171"/>
              <a:ext cx="3054952" cy="63832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52915DAE-6A65-E82B-0337-060288C1D43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5026171"/>
              <a:ext cx="3054952" cy="81637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B9E1344B-E1B0-795F-93CD-EECE783E28B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5026171"/>
              <a:ext cx="3054952" cy="99440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3E343CBE-FEDF-F82E-3427-21325E9C95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1925527"/>
              <a:ext cx="3054952" cy="350202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92BDA71E-5E72-E31B-CB92-22E31B6541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103573"/>
              <a:ext cx="3054952" cy="332398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Straight Connector 259">
              <a:extLst>
                <a:ext uri="{FF2B5EF4-FFF2-40B4-BE49-F238E27FC236}">
                  <a16:creationId xmlns:a16="http://schemas.microsoft.com/office/drawing/2014/main" id="{5906FED7-7BE3-1152-C332-3C03A25659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281619"/>
              <a:ext cx="3054952" cy="314593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6741E561-9074-7613-56B0-2A7F0C4DF7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459665"/>
              <a:ext cx="3054952" cy="296788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8354C66C-8A71-38A7-A009-3BA7FAD0B8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637711"/>
              <a:ext cx="3054952" cy="278984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>
              <a:extLst>
                <a:ext uri="{FF2B5EF4-FFF2-40B4-BE49-F238E27FC236}">
                  <a16:creationId xmlns:a16="http://schemas.microsoft.com/office/drawing/2014/main" id="{1B233D29-69AB-074F-F8E8-F95427AA4E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815757"/>
              <a:ext cx="3054952" cy="261179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B742D2A5-7186-CA55-D715-4EDEC151DB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993803"/>
              <a:ext cx="3054952" cy="243375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FF4C88A2-97AD-A035-73CD-D521BF3895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171849"/>
              <a:ext cx="3054952" cy="225570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5D6D7CF3-3985-6903-2B07-5B72B7F8E5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349895"/>
              <a:ext cx="3054952" cy="207765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Straight Connector 266">
              <a:extLst>
                <a:ext uri="{FF2B5EF4-FFF2-40B4-BE49-F238E27FC236}">
                  <a16:creationId xmlns:a16="http://schemas.microsoft.com/office/drawing/2014/main" id="{8122D07D-C301-7A59-0FAC-7E590314AE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527941"/>
              <a:ext cx="3054952" cy="189961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Straight Connector 267">
              <a:extLst>
                <a:ext uri="{FF2B5EF4-FFF2-40B4-BE49-F238E27FC236}">
                  <a16:creationId xmlns:a16="http://schemas.microsoft.com/office/drawing/2014/main" id="{AC4A29F3-E1DF-FBF5-3F38-1A132D906B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705987"/>
              <a:ext cx="3054952" cy="172156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Connector 268">
              <a:extLst>
                <a:ext uri="{FF2B5EF4-FFF2-40B4-BE49-F238E27FC236}">
                  <a16:creationId xmlns:a16="http://schemas.microsoft.com/office/drawing/2014/main" id="{09755D81-E121-0B47-A6E8-66BE2C7FBA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884035"/>
              <a:ext cx="3054952" cy="154351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Straight Connector 269">
              <a:extLst>
                <a:ext uri="{FF2B5EF4-FFF2-40B4-BE49-F238E27FC236}">
                  <a16:creationId xmlns:a16="http://schemas.microsoft.com/office/drawing/2014/main" id="{782FB302-57DC-4A05-7EFD-E2ABF5AEE6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062081"/>
              <a:ext cx="3054952" cy="136547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270">
              <a:extLst>
                <a:ext uri="{FF2B5EF4-FFF2-40B4-BE49-F238E27FC236}">
                  <a16:creationId xmlns:a16="http://schemas.microsoft.com/office/drawing/2014/main" id="{129BE1DB-2DED-5B40-DEA4-25A46C984B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240127"/>
              <a:ext cx="3054952" cy="118742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271">
              <a:extLst>
                <a:ext uri="{FF2B5EF4-FFF2-40B4-BE49-F238E27FC236}">
                  <a16:creationId xmlns:a16="http://schemas.microsoft.com/office/drawing/2014/main" id="{0420AC8F-00AB-8017-5B81-DE4507846D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418173"/>
              <a:ext cx="3054952" cy="100938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Straight Connector 272">
              <a:extLst>
                <a:ext uri="{FF2B5EF4-FFF2-40B4-BE49-F238E27FC236}">
                  <a16:creationId xmlns:a16="http://schemas.microsoft.com/office/drawing/2014/main" id="{0799588F-D45F-FF52-9DCF-C3E8FCEB8E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596219"/>
              <a:ext cx="3054952" cy="83133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Straight Connector 273">
              <a:extLst>
                <a:ext uri="{FF2B5EF4-FFF2-40B4-BE49-F238E27FC236}">
                  <a16:creationId xmlns:a16="http://schemas.microsoft.com/office/drawing/2014/main" id="{4EAC6D5B-5C87-5611-CD2A-F31D8A2F98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774265"/>
              <a:ext cx="3054952" cy="65328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Straight Connector 274">
              <a:extLst>
                <a:ext uri="{FF2B5EF4-FFF2-40B4-BE49-F238E27FC236}">
                  <a16:creationId xmlns:a16="http://schemas.microsoft.com/office/drawing/2014/main" id="{A8EFEDD7-8EE8-8082-106B-7AE7B07C75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952311"/>
              <a:ext cx="3054952" cy="47524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Straight Connector 275">
              <a:extLst>
                <a:ext uri="{FF2B5EF4-FFF2-40B4-BE49-F238E27FC236}">
                  <a16:creationId xmlns:a16="http://schemas.microsoft.com/office/drawing/2014/main" id="{04EA41E8-890D-930C-9340-720921456D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5130357"/>
              <a:ext cx="3054952" cy="29719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Straight Connector 276">
              <a:extLst>
                <a:ext uri="{FF2B5EF4-FFF2-40B4-BE49-F238E27FC236}">
                  <a16:creationId xmlns:a16="http://schemas.microsoft.com/office/drawing/2014/main" id="{06A53B33-766B-3F30-311D-96859FAC09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5308403"/>
              <a:ext cx="3054952" cy="11915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Straight Connector 277">
              <a:extLst>
                <a:ext uri="{FF2B5EF4-FFF2-40B4-BE49-F238E27FC236}">
                  <a16:creationId xmlns:a16="http://schemas.microsoft.com/office/drawing/2014/main" id="{C06FF23A-A2FC-81FC-2310-FFFC4AB0FF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5427554"/>
              <a:ext cx="3054952" cy="5889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41172A22-8C47-3AE6-0E9D-80EA0070A7A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5427554"/>
              <a:ext cx="3054952" cy="2369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Straight Connector 279">
              <a:extLst>
                <a:ext uri="{FF2B5EF4-FFF2-40B4-BE49-F238E27FC236}">
                  <a16:creationId xmlns:a16="http://schemas.microsoft.com/office/drawing/2014/main" id="{F98E6148-1EB9-AECA-D5D6-E31F8043B07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5427554"/>
              <a:ext cx="3054952" cy="41498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06602AE8-AD29-80C6-ED2C-2DACC10044C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5427554"/>
              <a:ext cx="3054952" cy="59302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91B3243A-7A3C-C4EC-B58F-E8E999DC18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1925527"/>
              <a:ext cx="3054952" cy="390340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Straight Connector 282">
              <a:extLst>
                <a:ext uri="{FF2B5EF4-FFF2-40B4-BE49-F238E27FC236}">
                  <a16:creationId xmlns:a16="http://schemas.microsoft.com/office/drawing/2014/main" id="{E45718B9-3292-5F6F-2662-7787F9F376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103573"/>
              <a:ext cx="3054952" cy="372536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Straight Connector 283">
              <a:extLst>
                <a:ext uri="{FF2B5EF4-FFF2-40B4-BE49-F238E27FC236}">
                  <a16:creationId xmlns:a16="http://schemas.microsoft.com/office/drawing/2014/main" id="{5616E7F3-621E-4516-B075-A61D0911D6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281619"/>
              <a:ext cx="3054952" cy="354731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Straight Connector 284">
              <a:extLst>
                <a:ext uri="{FF2B5EF4-FFF2-40B4-BE49-F238E27FC236}">
                  <a16:creationId xmlns:a16="http://schemas.microsoft.com/office/drawing/2014/main" id="{0ECC8294-302D-C4A7-8F5E-ACA921511C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459665"/>
              <a:ext cx="3054952" cy="336926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Straight Connector 285">
              <a:extLst>
                <a:ext uri="{FF2B5EF4-FFF2-40B4-BE49-F238E27FC236}">
                  <a16:creationId xmlns:a16="http://schemas.microsoft.com/office/drawing/2014/main" id="{D989DC67-5A6A-5D11-8730-9D0426C83D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637711"/>
              <a:ext cx="3054952" cy="319122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Straight Connector 286">
              <a:extLst>
                <a:ext uri="{FF2B5EF4-FFF2-40B4-BE49-F238E27FC236}">
                  <a16:creationId xmlns:a16="http://schemas.microsoft.com/office/drawing/2014/main" id="{595E9414-0B1C-D38E-6958-65BD2891EE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815757"/>
              <a:ext cx="3054952" cy="301317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>
              <a:extLst>
                <a:ext uri="{FF2B5EF4-FFF2-40B4-BE49-F238E27FC236}">
                  <a16:creationId xmlns:a16="http://schemas.microsoft.com/office/drawing/2014/main" id="{6A89AEBA-428C-BB27-14E8-CC8AA4607E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993803"/>
              <a:ext cx="3054952" cy="283513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>
              <a:extLst>
                <a:ext uri="{FF2B5EF4-FFF2-40B4-BE49-F238E27FC236}">
                  <a16:creationId xmlns:a16="http://schemas.microsoft.com/office/drawing/2014/main" id="{163741FA-C98D-A70A-F7CE-7ABCDC0D6B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171849"/>
              <a:ext cx="3054952" cy="265708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823866E4-240F-B50D-D071-B95E302103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349895"/>
              <a:ext cx="3054952" cy="247903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915B7A92-995D-8177-CCBE-78F13C2D25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527941"/>
              <a:ext cx="3054952" cy="230099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Straight Connector 291">
              <a:extLst>
                <a:ext uri="{FF2B5EF4-FFF2-40B4-BE49-F238E27FC236}">
                  <a16:creationId xmlns:a16="http://schemas.microsoft.com/office/drawing/2014/main" id="{0F05F870-59FA-6DC0-5817-88DAA40AD2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705987"/>
              <a:ext cx="3054952" cy="212294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Straight Connector 292">
              <a:extLst>
                <a:ext uri="{FF2B5EF4-FFF2-40B4-BE49-F238E27FC236}">
                  <a16:creationId xmlns:a16="http://schemas.microsoft.com/office/drawing/2014/main" id="{95F4174B-2151-F8EC-F0CF-F2563C87909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884035"/>
              <a:ext cx="3054952" cy="194489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Straight Connector 293">
              <a:extLst>
                <a:ext uri="{FF2B5EF4-FFF2-40B4-BE49-F238E27FC236}">
                  <a16:creationId xmlns:a16="http://schemas.microsoft.com/office/drawing/2014/main" id="{FF0C9626-C6E8-8541-7E19-F9007EF286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062081"/>
              <a:ext cx="3054952" cy="176685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Straight Connector 294">
              <a:extLst>
                <a:ext uri="{FF2B5EF4-FFF2-40B4-BE49-F238E27FC236}">
                  <a16:creationId xmlns:a16="http://schemas.microsoft.com/office/drawing/2014/main" id="{B8EAC995-4A19-EA89-421A-C5AB4B97B5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240127"/>
              <a:ext cx="3054952" cy="158880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Straight Connector 295">
              <a:extLst>
                <a:ext uri="{FF2B5EF4-FFF2-40B4-BE49-F238E27FC236}">
                  <a16:creationId xmlns:a16="http://schemas.microsoft.com/office/drawing/2014/main" id="{CED9D81E-9718-51F9-9AEB-80EEAD3A531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418173"/>
              <a:ext cx="3054952" cy="141076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57156BD0-86C8-DE42-534F-502FF6C82EE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596219"/>
              <a:ext cx="3054952" cy="123271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6BBB8B1C-9911-8957-3B59-65BEC00E1E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774265"/>
              <a:ext cx="3054952" cy="105466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270CA238-DE26-0F61-6283-816140D65F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952311"/>
              <a:ext cx="3054952" cy="87662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Connector 299">
              <a:extLst>
                <a:ext uri="{FF2B5EF4-FFF2-40B4-BE49-F238E27FC236}">
                  <a16:creationId xmlns:a16="http://schemas.microsoft.com/office/drawing/2014/main" id="{9B479A4A-E066-5933-7A14-C565D8AE86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5130357"/>
              <a:ext cx="3054952" cy="69857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4595E532-3A47-A139-0200-609B509F0E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5308403"/>
              <a:ext cx="3054952" cy="52053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>
              <a:extLst>
                <a:ext uri="{FF2B5EF4-FFF2-40B4-BE49-F238E27FC236}">
                  <a16:creationId xmlns:a16="http://schemas.microsoft.com/office/drawing/2014/main" id="{FEE1D5B5-49B0-04AA-3A39-BCE2EA89F2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5486449"/>
              <a:ext cx="3054952" cy="34248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48905EE6-A52D-F9CE-860C-1CA9E6C9B7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5664495"/>
              <a:ext cx="3054952" cy="16443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94271ECC-39CF-BDE5-BF3E-9B276A5CC33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5828934"/>
              <a:ext cx="3054952" cy="1360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304">
              <a:extLst>
                <a:ext uri="{FF2B5EF4-FFF2-40B4-BE49-F238E27FC236}">
                  <a16:creationId xmlns:a16="http://schemas.microsoft.com/office/drawing/2014/main" id="{29491035-3FF4-2B27-2459-27239FD6B2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5828934"/>
              <a:ext cx="3054952" cy="19164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D01E8D4-6E5D-3D0C-38C0-82F225028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Mathematically: layers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8840547-B07A-C6BA-4B2F-79869B85399F}"/>
              </a:ext>
            </a:extLst>
          </p:cNvPr>
          <p:cNvGrpSpPr/>
          <p:nvPr/>
        </p:nvGrpSpPr>
        <p:grpSpPr>
          <a:xfrm>
            <a:off x="5963010" y="1780847"/>
            <a:ext cx="279139" cy="4374187"/>
            <a:chOff x="5879658" y="1393184"/>
            <a:chExt cx="279139" cy="4374187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FB60E71-53B2-0116-2D5E-54C3128B86D7}"/>
                </a:ext>
              </a:extLst>
            </p:cNvPr>
            <p:cNvSpPr/>
            <p:nvPr/>
          </p:nvSpPr>
          <p:spPr>
            <a:xfrm>
              <a:off x="5879658" y="139318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3FE019A-B06C-A0B1-DC73-28676B06A403}"/>
                </a:ext>
              </a:extLst>
            </p:cNvPr>
            <p:cNvSpPr/>
            <p:nvPr/>
          </p:nvSpPr>
          <p:spPr>
            <a:xfrm>
              <a:off x="5879658" y="157123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4EC4414-C266-BAA8-A0E0-5B8D3EA16280}"/>
                </a:ext>
              </a:extLst>
            </p:cNvPr>
            <p:cNvSpPr/>
            <p:nvPr/>
          </p:nvSpPr>
          <p:spPr>
            <a:xfrm>
              <a:off x="5879658" y="174927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3E5C852-5844-1006-9732-3A8E0BAEC21B}"/>
                </a:ext>
              </a:extLst>
            </p:cNvPr>
            <p:cNvSpPr/>
            <p:nvPr/>
          </p:nvSpPr>
          <p:spPr>
            <a:xfrm>
              <a:off x="5879658" y="192732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7948AE8-4F58-0BB4-4B97-EFFEE8D359B1}"/>
                </a:ext>
              </a:extLst>
            </p:cNvPr>
            <p:cNvSpPr/>
            <p:nvPr/>
          </p:nvSpPr>
          <p:spPr>
            <a:xfrm>
              <a:off x="5879658" y="210536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5350FEC-84E5-5B87-6846-A1356927DDFF}"/>
                </a:ext>
              </a:extLst>
            </p:cNvPr>
            <p:cNvSpPr/>
            <p:nvPr/>
          </p:nvSpPr>
          <p:spPr>
            <a:xfrm>
              <a:off x="5879658" y="228341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D6A6E5E-C4BD-11B5-64CE-83831B1D7F46}"/>
                </a:ext>
              </a:extLst>
            </p:cNvPr>
            <p:cNvSpPr/>
            <p:nvPr/>
          </p:nvSpPr>
          <p:spPr>
            <a:xfrm>
              <a:off x="5879658" y="246146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8481920-13CF-6F18-212C-357E89280288}"/>
                </a:ext>
              </a:extLst>
            </p:cNvPr>
            <p:cNvSpPr/>
            <p:nvPr/>
          </p:nvSpPr>
          <p:spPr>
            <a:xfrm>
              <a:off x="5879658" y="263950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AAB5D71-2DC4-E44B-144A-505218F43C50}"/>
                </a:ext>
              </a:extLst>
            </p:cNvPr>
            <p:cNvSpPr/>
            <p:nvPr/>
          </p:nvSpPr>
          <p:spPr>
            <a:xfrm>
              <a:off x="5879658" y="281755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D246E55-2297-A278-9300-CDBEECF11487}"/>
                </a:ext>
              </a:extLst>
            </p:cNvPr>
            <p:cNvSpPr/>
            <p:nvPr/>
          </p:nvSpPr>
          <p:spPr>
            <a:xfrm>
              <a:off x="5879658" y="299559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6549478-7844-E141-4106-E84F12161E26}"/>
                </a:ext>
              </a:extLst>
            </p:cNvPr>
            <p:cNvSpPr/>
            <p:nvPr/>
          </p:nvSpPr>
          <p:spPr>
            <a:xfrm>
              <a:off x="5879658" y="317364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A67B15B-CBDC-AA6B-3493-3D4E1F94B83B}"/>
                </a:ext>
              </a:extLst>
            </p:cNvPr>
            <p:cNvSpPr/>
            <p:nvPr/>
          </p:nvSpPr>
          <p:spPr>
            <a:xfrm>
              <a:off x="5879658" y="335169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BFF1FD3-F9BB-0421-F3B8-024C51D58D0B}"/>
                </a:ext>
              </a:extLst>
            </p:cNvPr>
            <p:cNvSpPr/>
            <p:nvPr/>
          </p:nvSpPr>
          <p:spPr>
            <a:xfrm>
              <a:off x="5879658" y="352973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267A940-FF96-D0A9-69A8-23B788AA4125}"/>
                </a:ext>
              </a:extLst>
            </p:cNvPr>
            <p:cNvSpPr/>
            <p:nvPr/>
          </p:nvSpPr>
          <p:spPr>
            <a:xfrm>
              <a:off x="5879658" y="370778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372A3DF-276E-C811-9493-A33E379C5A23}"/>
                </a:ext>
              </a:extLst>
            </p:cNvPr>
            <p:cNvSpPr/>
            <p:nvPr/>
          </p:nvSpPr>
          <p:spPr>
            <a:xfrm>
              <a:off x="5879658" y="388582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87EB2FB-1229-462B-436F-E50C5A41585F}"/>
                </a:ext>
              </a:extLst>
            </p:cNvPr>
            <p:cNvSpPr/>
            <p:nvPr/>
          </p:nvSpPr>
          <p:spPr>
            <a:xfrm>
              <a:off x="5879658" y="406387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54A406F-C003-C4E4-7EAF-5C0E6CBEB441}"/>
                </a:ext>
              </a:extLst>
            </p:cNvPr>
            <p:cNvSpPr/>
            <p:nvPr/>
          </p:nvSpPr>
          <p:spPr>
            <a:xfrm>
              <a:off x="5879658" y="424192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D3A601F-2113-E0E4-2153-BB169A5B2F8C}"/>
                </a:ext>
              </a:extLst>
            </p:cNvPr>
            <p:cNvSpPr/>
            <p:nvPr/>
          </p:nvSpPr>
          <p:spPr>
            <a:xfrm>
              <a:off x="5879658" y="441996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F442086-EA29-E76F-BA06-404D00DDBFC6}"/>
                </a:ext>
              </a:extLst>
            </p:cNvPr>
            <p:cNvSpPr/>
            <p:nvPr/>
          </p:nvSpPr>
          <p:spPr>
            <a:xfrm>
              <a:off x="5879658" y="459801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8F1ADC7-9B4A-6E84-8BCA-05A1BBA96320}"/>
                </a:ext>
              </a:extLst>
            </p:cNvPr>
            <p:cNvSpPr/>
            <p:nvPr/>
          </p:nvSpPr>
          <p:spPr>
            <a:xfrm>
              <a:off x="5879658" y="477605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908CDDC7-1758-8986-76B8-C618FEE870C9}"/>
                </a:ext>
              </a:extLst>
            </p:cNvPr>
            <p:cNvSpPr/>
            <p:nvPr/>
          </p:nvSpPr>
          <p:spPr>
            <a:xfrm>
              <a:off x="5879658" y="495410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22CC396-96E3-DB44-9527-0FA42B22C2CF}"/>
                </a:ext>
              </a:extLst>
            </p:cNvPr>
            <p:cNvSpPr/>
            <p:nvPr/>
          </p:nvSpPr>
          <p:spPr>
            <a:xfrm>
              <a:off x="5879658" y="513215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82614598-BA01-578C-5FBE-D7C53CE9C51C}"/>
                </a:ext>
              </a:extLst>
            </p:cNvPr>
            <p:cNvSpPr/>
            <p:nvPr/>
          </p:nvSpPr>
          <p:spPr>
            <a:xfrm>
              <a:off x="5879658" y="531019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F44EC35-4667-98C6-F0C2-CC395506B39A}"/>
                </a:ext>
              </a:extLst>
            </p:cNvPr>
            <p:cNvSpPr/>
            <p:nvPr/>
          </p:nvSpPr>
          <p:spPr>
            <a:xfrm>
              <a:off x="5879658" y="548823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7940FA6-51C9-05E1-5BE4-B2D4AD041974}"/>
              </a:ext>
            </a:extLst>
          </p:cNvPr>
          <p:cNvGrpSpPr/>
          <p:nvPr/>
        </p:nvGrpSpPr>
        <p:grpSpPr>
          <a:xfrm>
            <a:off x="9293565" y="2083708"/>
            <a:ext cx="279139" cy="3885913"/>
            <a:chOff x="9293565" y="2083708"/>
            <a:chExt cx="279139" cy="3885913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D701CAA6-4CFD-9B54-D2B0-7473F9D74267}"/>
                </a:ext>
              </a:extLst>
            </p:cNvPr>
            <p:cNvSpPr/>
            <p:nvPr/>
          </p:nvSpPr>
          <p:spPr>
            <a:xfrm>
              <a:off x="9293565" y="208370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17793067-221F-9B4A-7FD6-757A6AE3EF0F}"/>
                </a:ext>
              </a:extLst>
            </p:cNvPr>
            <p:cNvSpPr/>
            <p:nvPr/>
          </p:nvSpPr>
          <p:spPr>
            <a:xfrm>
              <a:off x="9293565" y="2484461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44D58014-22F5-C6DB-AD06-8BDB6A27D676}"/>
                </a:ext>
              </a:extLst>
            </p:cNvPr>
            <p:cNvSpPr/>
            <p:nvPr/>
          </p:nvSpPr>
          <p:spPr>
            <a:xfrm>
              <a:off x="9293565" y="288521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E37565D9-40CD-E41F-35F7-41A6AD3609C0}"/>
                </a:ext>
              </a:extLst>
            </p:cNvPr>
            <p:cNvSpPr/>
            <p:nvPr/>
          </p:nvSpPr>
          <p:spPr>
            <a:xfrm>
              <a:off x="9293565" y="3285967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48411804-4D4E-8BF8-40C6-A6A7BA81743B}"/>
                </a:ext>
              </a:extLst>
            </p:cNvPr>
            <p:cNvSpPr/>
            <p:nvPr/>
          </p:nvSpPr>
          <p:spPr>
            <a:xfrm>
              <a:off x="9293565" y="368672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174CC2D2-CCEC-EE0C-CC5E-DE219B7E7455}"/>
                </a:ext>
              </a:extLst>
            </p:cNvPr>
            <p:cNvSpPr/>
            <p:nvPr/>
          </p:nvSpPr>
          <p:spPr>
            <a:xfrm>
              <a:off x="9293565" y="4087473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B544B1D1-E5C4-48E6-E410-7F716356C4DE}"/>
                </a:ext>
              </a:extLst>
            </p:cNvPr>
            <p:cNvSpPr/>
            <p:nvPr/>
          </p:nvSpPr>
          <p:spPr>
            <a:xfrm>
              <a:off x="9293565" y="448822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E70EAE59-A6E7-0CED-D150-47785EDEAE0B}"/>
                </a:ext>
              </a:extLst>
            </p:cNvPr>
            <p:cNvSpPr/>
            <p:nvPr/>
          </p:nvSpPr>
          <p:spPr>
            <a:xfrm>
              <a:off x="9293565" y="4888979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E398945C-FA2C-2112-C312-5EBC11F7EE8F}"/>
                </a:ext>
              </a:extLst>
            </p:cNvPr>
            <p:cNvSpPr/>
            <p:nvPr/>
          </p:nvSpPr>
          <p:spPr>
            <a:xfrm>
              <a:off x="9293565" y="528973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1979E7A-58F0-7B3B-0BDE-F6AFD9AA2F9B}"/>
                </a:ext>
              </a:extLst>
            </p:cNvPr>
            <p:cNvSpPr/>
            <p:nvPr/>
          </p:nvSpPr>
          <p:spPr>
            <a:xfrm>
              <a:off x="9293565" y="569048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103B1674-9222-5C55-ADAD-DC4CA5D787B5}"/>
              </a:ext>
            </a:extLst>
          </p:cNvPr>
          <p:cNvGrpSpPr/>
          <p:nvPr/>
        </p:nvGrpSpPr>
        <p:grpSpPr>
          <a:xfrm>
            <a:off x="2622435" y="2093104"/>
            <a:ext cx="279139" cy="3885913"/>
            <a:chOff x="2622435" y="2093104"/>
            <a:chExt cx="279139" cy="3885913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8697F3AF-8832-587A-A78D-0BCDF8EFB103}"/>
                </a:ext>
              </a:extLst>
            </p:cNvPr>
            <p:cNvSpPr/>
            <p:nvPr/>
          </p:nvSpPr>
          <p:spPr>
            <a:xfrm flipH="1">
              <a:off x="2622435" y="209310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1E6CD899-CED4-292D-148E-3E128B514D29}"/>
                </a:ext>
              </a:extLst>
            </p:cNvPr>
            <p:cNvSpPr/>
            <p:nvPr/>
          </p:nvSpPr>
          <p:spPr>
            <a:xfrm flipH="1">
              <a:off x="2622435" y="2493857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5B274998-DCA6-6B7B-062E-DC56AA96D9CA}"/>
                </a:ext>
              </a:extLst>
            </p:cNvPr>
            <p:cNvSpPr/>
            <p:nvPr/>
          </p:nvSpPr>
          <p:spPr>
            <a:xfrm flipH="1">
              <a:off x="2622435" y="289461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63341EC2-0A71-A4A0-B137-9B9F81908F69}"/>
                </a:ext>
              </a:extLst>
            </p:cNvPr>
            <p:cNvSpPr/>
            <p:nvPr/>
          </p:nvSpPr>
          <p:spPr>
            <a:xfrm flipH="1">
              <a:off x="2622435" y="3295363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A28F2534-82DA-2777-3291-5BA453BBA5AF}"/>
                </a:ext>
              </a:extLst>
            </p:cNvPr>
            <p:cNvSpPr/>
            <p:nvPr/>
          </p:nvSpPr>
          <p:spPr>
            <a:xfrm flipH="1">
              <a:off x="2622435" y="369611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3D786922-0774-14AB-CD78-4489521A6914}"/>
                </a:ext>
              </a:extLst>
            </p:cNvPr>
            <p:cNvSpPr/>
            <p:nvPr/>
          </p:nvSpPr>
          <p:spPr>
            <a:xfrm flipH="1">
              <a:off x="2622435" y="4096869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DA488A69-7748-3DCF-8DF0-E54043444A27}"/>
                </a:ext>
              </a:extLst>
            </p:cNvPr>
            <p:cNvSpPr/>
            <p:nvPr/>
          </p:nvSpPr>
          <p:spPr>
            <a:xfrm flipH="1">
              <a:off x="2622435" y="449762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79147334-7002-BBCA-83A3-0373602A04A3}"/>
                </a:ext>
              </a:extLst>
            </p:cNvPr>
            <p:cNvSpPr/>
            <p:nvPr/>
          </p:nvSpPr>
          <p:spPr>
            <a:xfrm flipH="1">
              <a:off x="2622435" y="4898375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F172BAF-FD63-6CF7-6D56-C866BF69FA2A}"/>
                </a:ext>
              </a:extLst>
            </p:cNvPr>
            <p:cNvSpPr/>
            <p:nvPr/>
          </p:nvSpPr>
          <p:spPr>
            <a:xfrm flipH="1">
              <a:off x="2622435" y="529912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915E8E6-B662-AB1B-902F-9EDC43A17B4B}"/>
                </a:ext>
              </a:extLst>
            </p:cNvPr>
            <p:cNvSpPr/>
            <p:nvPr/>
          </p:nvSpPr>
          <p:spPr>
            <a:xfrm flipH="1">
              <a:off x="2622435" y="569987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70C9D26-7A61-6F59-A315-A13E3DB94B14}"/>
                  </a:ext>
                </a:extLst>
              </p:cNvPr>
              <p:cNvSpPr txBox="1"/>
              <p:nvPr/>
            </p:nvSpPr>
            <p:spPr>
              <a:xfrm>
                <a:off x="1533678" y="3861854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70C9D26-7A61-6F59-A315-A13E3DB94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3678" y="3861854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6DB2D2-8B51-FEDE-2420-902E299CF6DF}"/>
                  </a:ext>
                </a:extLst>
              </p:cNvPr>
              <p:cNvSpPr txBox="1"/>
              <p:nvPr/>
            </p:nvSpPr>
            <p:spPr>
              <a:xfrm flipH="1">
                <a:off x="10658322" y="3861854"/>
                <a:ext cx="371384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6DB2D2-8B51-FEDE-2420-902E299CF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658322" y="3861854"/>
                <a:ext cx="371384" cy="369332"/>
              </a:xfrm>
              <a:prstGeom prst="rect">
                <a:avLst/>
              </a:prstGeom>
              <a:blipFill>
                <a:blip r:embed="rId4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5A70B64-722A-C677-8A01-FFFC6FC496B4}"/>
                  </a:ext>
                </a:extLst>
              </p:cNvPr>
              <p:cNvSpPr txBox="1"/>
              <p:nvPr/>
            </p:nvSpPr>
            <p:spPr>
              <a:xfrm>
                <a:off x="2568747" y="3858744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5A70B64-722A-C677-8A01-FFFC6FC496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8747" y="3858744"/>
                <a:ext cx="367986" cy="3755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A54B5A6-A04B-ED56-78E2-ABB03640743F}"/>
                  </a:ext>
                </a:extLst>
              </p:cNvPr>
              <p:cNvSpPr txBox="1"/>
              <p:nvPr/>
            </p:nvSpPr>
            <p:spPr>
              <a:xfrm>
                <a:off x="5912007" y="3858744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A54B5A6-A04B-ED56-78E2-ABB036407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2007" y="3858744"/>
                <a:ext cx="367986" cy="37555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5892C8-398B-6290-789E-AB47515E07E7}"/>
                  </a:ext>
                </a:extLst>
              </p:cNvPr>
              <p:cNvSpPr txBox="1"/>
              <p:nvPr/>
            </p:nvSpPr>
            <p:spPr>
              <a:xfrm>
                <a:off x="9265485" y="3858744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5892C8-398B-6290-789E-AB47515E0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5485" y="3858744"/>
                <a:ext cx="367986" cy="37555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9" name="Straight Connector 558">
            <a:extLst>
              <a:ext uri="{FF2B5EF4-FFF2-40B4-BE49-F238E27FC236}">
                <a16:creationId xmlns:a16="http://schemas.microsoft.com/office/drawing/2014/main" id="{7E6AED17-248E-C7FC-3A04-40395DA44B00}"/>
              </a:ext>
            </a:extLst>
          </p:cNvPr>
          <p:cNvCxnSpPr>
            <a:cxnSpLocks/>
            <a:stCxn id="52" idx="1"/>
            <a:endCxn id="50" idx="3"/>
          </p:cNvCxnSpPr>
          <p:nvPr/>
        </p:nvCxnSpPr>
        <p:spPr>
          <a:xfrm flipH="1">
            <a:off x="1901664" y="4046520"/>
            <a:ext cx="66708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2" name="Straight Connector 561">
            <a:extLst>
              <a:ext uri="{FF2B5EF4-FFF2-40B4-BE49-F238E27FC236}">
                <a16:creationId xmlns:a16="http://schemas.microsoft.com/office/drawing/2014/main" id="{EFC0D515-1B9E-6354-858A-C555486D8C81}"/>
              </a:ext>
            </a:extLst>
          </p:cNvPr>
          <p:cNvCxnSpPr>
            <a:cxnSpLocks/>
            <a:stCxn id="54" idx="1"/>
            <a:endCxn id="52" idx="3"/>
          </p:cNvCxnSpPr>
          <p:nvPr/>
        </p:nvCxnSpPr>
        <p:spPr>
          <a:xfrm flipH="1">
            <a:off x="2936733" y="4046520"/>
            <a:ext cx="2975274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" name="Straight Connector 562">
            <a:extLst>
              <a:ext uri="{FF2B5EF4-FFF2-40B4-BE49-F238E27FC236}">
                <a16:creationId xmlns:a16="http://schemas.microsoft.com/office/drawing/2014/main" id="{F947DADE-9F91-F393-9F7D-80015B7F5BAC}"/>
              </a:ext>
            </a:extLst>
          </p:cNvPr>
          <p:cNvCxnSpPr>
            <a:cxnSpLocks/>
            <a:stCxn id="55" idx="1"/>
            <a:endCxn id="54" idx="3"/>
          </p:cNvCxnSpPr>
          <p:nvPr/>
        </p:nvCxnSpPr>
        <p:spPr>
          <a:xfrm flipH="1">
            <a:off x="6279993" y="4046520"/>
            <a:ext cx="2985492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4" name="Straight Connector 563">
            <a:extLst>
              <a:ext uri="{FF2B5EF4-FFF2-40B4-BE49-F238E27FC236}">
                <a16:creationId xmlns:a16="http://schemas.microsoft.com/office/drawing/2014/main" id="{5C5C297A-E753-90F9-C83E-F065BCFE813C}"/>
              </a:ext>
            </a:extLst>
          </p:cNvPr>
          <p:cNvCxnSpPr>
            <a:cxnSpLocks/>
            <a:stCxn id="51" idx="3"/>
            <a:endCxn id="55" idx="3"/>
          </p:cNvCxnSpPr>
          <p:nvPr/>
        </p:nvCxnSpPr>
        <p:spPr>
          <a:xfrm flipH="1">
            <a:off x="9633471" y="4046520"/>
            <a:ext cx="1024851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0029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5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5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4" grpId="0" animBg="1"/>
      <p:bldP spid="5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1E8D4-6E5D-3D0C-38C0-82F225028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Mathematically: forward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70C9D26-7A61-6F59-A315-A13E3DB94B14}"/>
                  </a:ext>
                </a:extLst>
              </p:cNvPr>
              <p:cNvSpPr txBox="1"/>
              <p:nvPr/>
            </p:nvSpPr>
            <p:spPr>
              <a:xfrm>
                <a:off x="1533678" y="3845721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70C9D26-7A61-6F59-A315-A13E3DB94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3678" y="3845721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6DB2D2-8B51-FEDE-2420-902E299CF6DF}"/>
                  </a:ext>
                </a:extLst>
              </p:cNvPr>
              <p:cNvSpPr txBox="1"/>
              <p:nvPr/>
            </p:nvSpPr>
            <p:spPr>
              <a:xfrm flipH="1">
                <a:off x="10658322" y="3845721"/>
                <a:ext cx="371384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6DB2D2-8B51-FEDE-2420-902E299CF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658322" y="3845721"/>
                <a:ext cx="371384" cy="369332"/>
              </a:xfrm>
              <a:prstGeom prst="rect">
                <a:avLst/>
              </a:prstGeom>
              <a:blipFill>
                <a:blip r:embed="rId4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5A70B64-722A-C677-8A01-FFFC6FC496B4}"/>
                  </a:ext>
                </a:extLst>
              </p:cNvPr>
              <p:cNvSpPr txBox="1"/>
              <p:nvPr/>
            </p:nvSpPr>
            <p:spPr>
              <a:xfrm>
                <a:off x="3814839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5A70B64-722A-C677-8A01-FFFC6FC496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4839" y="3842611"/>
                <a:ext cx="367986" cy="3755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A54B5A6-A04B-ED56-78E2-ABB03640743F}"/>
                  </a:ext>
                </a:extLst>
              </p:cNvPr>
              <p:cNvSpPr txBox="1"/>
              <p:nvPr/>
            </p:nvSpPr>
            <p:spPr>
              <a:xfrm>
                <a:off x="6096000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A54B5A6-A04B-ED56-78E2-ABB036407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842611"/>
                <a:ext cx="367986" cy="37555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5892C8-398B-6290-789E-AB47515E07E7}"/>
                  </a:ext>
                </a:extLst>
              </p:cNvPr>
              <p:cNvSpPr txBox="1"/>
              <p:nvPr/>
            </p:nvSpPr>
            <p:spPr>
              <a:xfrm>
                <a:off x="8377161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5892C8-398B-6290-789E-AB47515E0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7161" y="3842611"/>
                <a:ext cx="367986" cy="37555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2DD109F-4353-2A77-16F6-DE61C41F2667}"/>
              </a:ext>
            </a:extLst>
          </p:cNvPr>
          <p:cNvCxnSpPr>
            <a:cxnSpLocks/>
          </p:cNvCxnSpPr>
          <p:nvPr/>
        </p:nvCxnSpPr>
        <p:spPr>
          <a:xfrm>
            <a:off x="1901664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79BE504-EC02-7C48-F72F-2B08971B3829}"/>
              </a:ext>
            </a:extLst>
          </p:cNvPr>
          <p:cNvCxnSpPr>
            <a:cxnSpLocks/>
          </p:cNvCxnSpPr>
          <p:nvPr/>
        </p:nvCxnSpPr>
        <p:spPr>
          <a:xfrm>
            <a:off x="4182825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6801104-592E-166C-AB0F-E63EA15EEBAD}"/>
              </a:ext>
            </a:extLst>
          </p:cNvPr>
          <p:cNvCxnSpPr>
            <a:cxnSpLocks/>
          </p:cNvCxnSpPr>
          <p:nvPr/>
        </p:nvCxnSpPr>
        <p:spPr>
          <a:xfrm>
            <a:off x="6463986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46D2720-435E-EBD6-0E1C-E2E39E28F08F}"/>
              </a:ext>
            </a:extLst>
          </p:cNvPr>
          <p:cNvCxnSpPr>
            <a:cxnSpLocks/>
          </p:cNvCxnSpPr>
          <p:nvPr/>
        </p:nvCxnSpPr>
        <p:spPr>
          <a:xfrm>
            <a:off x="8745147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556F4A3-7CB0-7F63-4152-A023F9D17CDC}"/>
                  </a:ext>
                </a:extLst>
              </p:cNvPr>
              <p:cNvSpPr txBox="1"/>
              <p:nvPr/>
            </p:nvSpPr>
            <p:spPr>
              <a:xfrm>
                <a:off x="2488631" y="3842611"/>
                <a:ext cx="73924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556F4A3-7CB0-7F63-4152-A023F9D17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631" y="3842611"/>
                <a:ext cx="739241" cy="37555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49DA507-8482-C852-C01E-7BE11E39F744}"/>
                  </a:ext>
                </a:extLst>
              </p:cNvPr>
              <p:cNvSpPr txBox="1"/>
              <p:nvPr/>
            </p:nvSpPr>
            <p:spPr>
              <a:xfrm>
                <a:off x="9332114" y="3842611"/>
                <a:ext cx="739240" cy="374846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49DA507-8482-C852-C01E-7BE11E39F7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2114" y="3842611"/>
                <a:ext cx="739240" cy="3748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3D58FC7-86C4-FAE1-1ED2-79B9A14C832D}"/>
                  </a:ext>
                </a:extLst>
              </p:cNvPr>
              <p:cNvSpPr txBox="1"/>
              <p:nvPr/>
            </p:nvSpPr>
            <p:spPr>
              <a:xfrm>
                <a:off x="7050953" y="3842611"/>
                <a:ext cx="739240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3D58FC7-86C4-FAE1-1ED2-79B9A14C83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0953" y="3842611"/>
                <a:ext cx="739240" cy="37555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16546CD-7584-62A6-9487-9316A38C3488}"/>
                  </a:ext>
                </a:extLst>
              </p:cNvPr>
              <p:cNvSpPr txBox="1"/>
              <p:nvPr/>
            </p:nvSpPr>
            <p:spPr>
              <a:xfrm>
                <a:off x="4769792" y="3842611"/>
                <a:ext cx="73924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16546CD-7584-62A6-9487-9316A38C3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9792" y="3842611"/>
                <a:ext cx="739241" cy="37555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F7C68534-7FA5-412D-75D3-1C53C0399132}"/>
                  </a:ext>
                </a:extLst>
              </p:cNvPr>
              <p:cNvSpPr txBox="1"/>
              <p:nvPr/>
            </p:nvSpPr>
            <p:spPr>
              <a:xfrm>
                <a:off x="3396006" y="4532489"/>
                <a:ext cx="120565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F7C68534-7FA5-412D-75D3-1C53C03991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6006" y="4532489"/>
                <a:ext cx="1205651" cy="37555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AF011FFF-4F54-D58D-B4E7-CD35A611BEEE}"/>
                  </a:ext>
                </a:extLst>
              </p:cNvPr>
              <p:cNvSpPr txBox="1"/>
              <p:nvPr/>
            </p:nvSpPr>
            <p:spPr>
              <a:xfrm>
                <a:off x="5645940" y="4532489"/>
                <a:ext cx="126810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AF011FFF-4F54-D58D-B4E7-CD35A611BE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5940" y="4532489"/>
                <a:ext cx="1268104" cy="37555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A6065FA-1999-08E2-115E-A85A88EF57FA}"/>
                  </a:ext>
                </a:extLst>
              </p:cNvPr>
              <p:cNvSpPr txBox="1"/>
              <p:nvPr/>
            </p:nvSpPr>
            <p:spPr>
              <a:xfrm>
                <a:off x="7927102" y="4532489"/>
                <a:ext cx="1268103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A6065FA-1999-08E2-115E-A85A88EF5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7102" y="4532489"/>
                <a:ext cx="1268103" cy="37555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92D04E5-99B6-8A1F-C9B5-11A5126A81A5}"/>
                  </a:ext>
                </a:extLst>
              </p:cNvPr>
              <p:cNvSpPr txBox="1"/>
              <p:nvPr/>
            </p:nvSpPr>
            <p:spPr>
              <a:xfrm>
                <a:off x="10239105" y="4532489"/>
                <a:ext cx="1206420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92D04E5-99B6-8A1F-C9B5-11A5126A81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9105" y="4532489"/>
                <a:ext cx="1206420" cy="375552"/>
              </a:xfrm>
              <a:prstGeom prst="rect">
                <a:avLst/>
              </a:prstGeom>
              <a:blipFill>
                <a:blip r:embed="rId1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E71BA37A-2AC8-981C-8CE5-93545DC7757E}"/>
              </a:ext>
            </a:extLst>
          </p:cNvPr>
          <p:cNvCxnSpPr>
            <a:stCxn id="71" idx="0"/>
            <a:endCxn id="52" idx="2"/>
          </p:cNvCxnSpPr>
          <p:nvPr/>
        </p:nvCxnSpPr>
        <p:spPr>
          <a:xfrm flipV="1">
            <a:off x="3998832" y="4218163"/>
            <a:ext cx="0" cy="31432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849DDBED-2E6F-A561-E53E-C21AAD6EFBD3}"/>
              </a:ext>
            </a:extLst>
          </p:cNvPr>
          <p:cNvCxnSpPr>
            <a:cxnSpLocks/>
            <a:stCxn id="72" idx="0"/>
            <a:endCxn id="54" idx="2"/>
          </p:cNvCxnSpPr>
          <p:nvPr/>
        </p:nvCxnSpPr>
        <p:spPr>
          <a:xfrm flipV="1">
            <a:off x="6279992" y="4218163"/>
            <a:ext cx="1" cy="31432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294A8286-37B5-B1EB-233B-B584F23F6D0B}"/>
              </a:ext>
            </a:extLst>
          </p:cNvPr>
          <p:cNvCxnSpPr>
            <a:cxnSpLocks/>
            <a:stCxn id="74" idx="0"/>
            <a:endCxn id="55" idx="2"/>
          </p:cNvCxnSpPr>
          <p:nvPr/>
        </p:nvCxnSpPr>
        <p:spPr>
          <a:xfrm flipV="1">
            <a:off x="8561154" y="4218163"/>
            <a:ext cx="0" cy="31432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C86D0033-A122-6A06-8448-66BF1983C0B7}"/>
              </a:ext>
            </a:extLst>
          </p:cNvPr>
          <p:cNvCxnSpPr>
            <a:cxnSpLocks/>
            <a:stCxn id="75" idx="0"/>
            <a:endCxn id="51" idx="2"/>
          </p:cNvCxnSpPr>
          <p:nvPr/>
        </p:nvCxnSpPr>
        <p:spPr>
          <a:xfrm flipV="1">
            <a:off x="10842315" y="4215053"/>
            <a:ext cx="1699" cy="31743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8694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4" grpId="0" animBg="1"/>
      <p:bldP spid="7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1E8D4-6E5D-3D0C-38C0-82F225028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Mathematically: forward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70C9D26-7A61-6F59-A315-A13E3DB94B14}"/>
                  </a:ext>
                </a:extLst>
              </p:cNvPr>
              <p:cNvSpPr txBox="1"/>
              <p:nvPr/>
            </p:nvSpPr>
            <p:spPr>
              <a:xfrm>
                <a:off x="1533678" y="3845721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70C9D26-7A61-6F59-A315-A13E3DB94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3678" y="3845721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6DB2D2-8B51-FEDE-2420-902E299CF6DF}"/>
                  </a:ext>
                </a:extLst>
              </p:cNvPr>
              <p:cNvSpPr txBox="1"/>
              <p:nvPr/>
            </p:nvSpPr>
            <p:spPr>
              <a:xfrm flipH="1">
                <a:off x="10658322" y="3845721"/>
                <a:ext cx="371384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6DB2D2-8B51-FEDE-2420-902E299CF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658322" y="3845721"/>
                <a:ext cx="371384" cy="369332"/>
              </a:xfrm>
              <a:prstGeom prst="rect">
                <a:avLst/>
              </a:prstGeom>
              <a:blipFill>
                <a:blip r:embed="rId4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5A70B64-722A-C677-8A01-FFFC6FC496B4}"/>
                  </a:ext>
                </a:extLst>
              </p:cNvPr>
              <p:cNvSpPr txBox="1"/>
              <p:nvPr/>
            </p:nvSpPr>
            <p:spPr>
              <a:xfrm>
                <a:off x="3814839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5A70B64-722A-C677-8A01-FFFC6FC496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4839" y="3842611"/>
                <a:ext cx="367986" cy="3755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A54B5A6-A04B-ED56-78E2-ABB03640743F}"/>
                  </a:ext>
                </a:extLst>
              </p:cNvPr>
              <p:cNvSpPr txBox="1"/>
              <p:nvPr/>
            </p:nvSpPr>
            <p:spPr>
              <a:xfrm>
                <a:off x="6096000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A54B5A6-A04B-ED56-78E2-ABB036407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842611"/>
                <a:ext cx="367986" cy="37555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5892C8-398B-6290-789E-AB47515E07E7}"/>
                  </a:ext>
                </a:extLst>
              </p:cNvPr>
              <p:cNvSpPr txBox="1"/>
              <p:nvPr/>
            </p:nvSpPr>
            <p:spPr>
              <a:xfrm>
                <a:off x="8377161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5892C8-398B-6290-789E-AB47515E0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7161" y="3842611"/>
                <a:ext cx="367986" cy="37555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2DD109F-4353-2A77-16F6-DE61C41F2667}"/>
              </a:ext>
            </a:extLst>
          </p:cNvPr>
          <p:cNvCxnSpPr>
            <a:cxnSpLocks/>
          </p:cNvCxnSpPr>
          <p:nvPr/>
        </p:nvCxnSpPr>
        <p:spPr>
          <a:xfrm>
            <a:off x="1901664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79BE504-EC02-7C48-F72F-2B08971B3829}"/>
              </a:ext>
            </a:extLst>
          </p:cNvPr>
          <p:cNvCxnSpPr>
            <a:cxnSpLocks/>
          </p:cNvCxnSpPr>
          <p:nvPr/>
        </p:nvCxnSpPr>
        <p:spPr>
          <a:xfrm>
            <a:off x="4182825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6801104-592E-166C-AB0F-E63EA15EEBAD}"/>
              </a:ext>
            </a:extLst>
          </p:cNvPr>
          <p:cNvCxnSpPr>
            <a:cxnSpLocks/>
          </p:cNvCxnSpPr>
          <p:nvPr/>
        </p:nvCxnSpPr>
        <p:spPr>
          <a:xfrm>
            <a:off x="6463986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46D2720-435E-EBD6-0E1C-E2E39E28F08F}"/>
              </a:ext>
            </a:extLst>
          </p:cNvPr>
          <p:cNvCxnSpPr>
            <a:cxnSpLocks/>
          </p:cNvCxnSpPr>
          <p:nvPr/>
        </p:nvCxnSpPr>
        <p:spPr>
          <a:xfrm>
            <a:off x="8745147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556F4A3-7CB0-7F63-4152-A023F9D17CDC}"/>
                  </a:ext>
                </a:extLst>
              </p:cNvPr>
              <p:cNvSpPr txBox="1"/>
              <p:nvPr/>
            </p:nvSpPr>
            <p:spPr>
              <a:xfrm>
                <a:off x="2488631" y="3842611"/>
                <a:ext cx="73924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556F4A3-7CB0-7F63-4152-A023F9D17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631" y="3842611"/>
                <a:ext cx="739241" cy="37555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49DA507-8482-C852-C01E-7BE11E39F744}"/>
                  </a:ext>
                </a:extLst>
              </p:cNvPr>
              <p:cNvSpPr txBox="1"/>
              <p:nvPr/>
            </p:nvSpPr>
            <p:spPr>
              <a:xfrm>
                <a:off x="9332114" y="3842611"/>
                <a:ext cx="739240" cy="374846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49DA507-8482-C852-C01E-7BE11E39F7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2114" y="3842611"/>
                <a:ext cx="739240" cy="3748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3D58FC7-86C4-FAE1-1ED2-79B9A14C832D}"/>
                  </a:ext>
                </a:extLst>
              </p:cNvPr>
              <p:cNvSpPr txBox="1"/>
              <p:nvPr/>
            </p:nvSpPr>
            <p:spPr>
              <a:xfrm>
                <a:off x="7050953" y="3842611"/>
                <a:ext cx="739240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3D58FC7-86C4-FAE1-1ED2-79B9A14C83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0953" y="3842611"/>
                <a:ext cx="739240" cy="37555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16546CD-7584-62A6-9487-9316A38C3488}"/>
                  </a:ext>
                </a:extLst>
              </p:cNvPr>
              <p:cNvSpPr txBox="1"/>
              <p:nvPr/>
            </p:nvSpPr>
            <p:spPr>
              <a:xfrm>
                <a:off x="4769792" y="3842611"/>
                <a:ext cx="73924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16546CD-7584-62A6-9487-9316A38C3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9792" y="3842611"/>
                <a:ext cx="739241" cy="37555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DBC6D1A-6E8E-08DF-340C-828513995090}"/>
                  </a:ext>
                </a:extLst>
              </p:cNvPr>
              <p:cNvSpPr txBox="1"/>
              <p:nvPr/>
            </p:nvSpPr>
            <p:spPr>
              <a:xfrm>
                <a:off x="3668485" y="2827613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DBC6D1A-6E8E-08DF-340C-828513995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485" y="2827613"/>
                <a:ext cx="660694" cy="37555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5A9EC4-4327-E45A-8A5A-38DA06AC3974}"/>
                  </a:ext>
                </a:extLst>
              </p:cNvPr>
              <p:cNvSpPr txBox="1"/>
              <p:nvPr/>
            </p:nvSpPr>
            <p:spPr>
              <a:xfrm>
                <a:off x="5949646" y="2809925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5A9EC4-4327-E45A-8A5A-38DA06AC39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9646" y="2809925"/>
                <a:ext cx="660694" cy="37555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30F668-08B3-A9F1-CDF2-F431916F0491}"/>
                  </a:ext>
                </a:extLst>
              </p:cNvPr>
              <p:cNvSpPr txBox="1"/>
              <p:nvPr/>
            </p:nvSpPr>
            <p:spPr>
              <a:xfrm>
                <a:off x="8230807" y="2827613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30F668-08B3-A9F1-CDF2-F431916F0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0807" y="2827613"/>
                <a:ext cx="660694" cy="37555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669F170-0BF9-11BF-17DD-075004EA907B}"/>
              </a:ext>
            </a:extLst>
          </p:cNvPr>
          <p:cNvCxnSpPr>
            <a:cxnSpLocks/>
            <a:stCxn id="3" idx="2"/>
            <a:endCxn id="52" idx="0"/>
          </p:cNvCxnSpPr>
          <p:nvPr/>
        </p:nvCxnSpPr>
        <p:spPr>
          <a:xfrm>
            <a:off x="3998832" y="3203165"/>
            <a:ext cx="0" cy="639446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42B4B67-6AEA-DFE3-573E-CDFA5C662F32}"/>
              </a:ext>
            </a:extLst>
          </p:cNvPr>
          <p:cNvCxnSpPr>
            <a:cxnSpLocks/>
            <a:stCxn id="4" idx="2"/>
            <a:endCxn id="54" idx="0"/>
          </p:cNvCxnSpPr>
          <p:nvPr/>
        </p:nvCxnSpPr>
        <p:spPr>
          <a:xfrm>
            <a:off x="6279993" y="3185477"/>
            <a:ext cx="0" cy="657134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4CE1853-7497-9DD5-96E6-6516A98EF31F}"/>
              </a:ext>
            </a:extLst>
          </p:cNvPr>
          <p:cNvCxnSpPr>
            <a:cxnSpLocks/>
            <a:stCxn id="5" idx="2"/>
            <a:endCxn id="55" idx="0"/>
          </p:cNvCxnSpPr>
          <p:nvPr/>
        </p:nvCxnSpPr>
        <p:spPr>
          <a:xfrm>
            <a:off x="8561154" y="3203165"/>
            <a:ext cx="0" cy="639446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17A5568-71EF-1462-B1D2-F61BC8605517}"/>
                  </a:ext>
                </a:extLst>
              </p:cNvPr>
              <p:cNvSpPr txBox="1"/>
              <p:nvPr/>
            </p:nvSpPr>
            <p:spPr>
              <a:xfrm>
                <a:off x="3126347" y="4532489"/>
                <a:ext cx="173137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17A5568-71EF-1462-B1D2-F61BC86055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6347" y="4532489"/>
                <a:ext cx="1731371" cy="37555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92BFAA9-7DAE-E097-D434-D1853323A37D}"/>
                  </a:ext>
                </a:extLst>
              </p:cNvPr>
              <p:cNvSpPr txBox="1"/>
              <p:nvPr/>
            </p:nvSpPr>
            <p:spPr>
              <a:xfrm>
                <a:off x="5375897" y="4533250"/>
                <a:ext cx="179382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92BFAA9-7DAE-E097-D434-D1853323A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5897" y="4533250"/>
                <a:ext cx="1793824" cy="37555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722EA25-553E-5A5A-0016-5D6CBD13BDC9}"/>
                  </a:ext>
                </a:extLst>
              </p:cNvPr>
              <p:cNvSpPr txBox="1"/>
              <p:nvPr/>
            </p:nvSpPr>
            <p:spPr>
              <a:xfrm>
                <a:off x="7673125" y="4533250"/>
                <a:ext cx="179382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722EA25-553E-5A5A-0016-5D6CBD13BD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3125" y="4533250"/>
                <a:ext cx="1793824" cy="37555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8C88407-246C-1700-0525-EA543DD16E37}"/>
                  </a:ext>
                </a:extLst>
              </p:cNvPr>
              <p:cNvSpPr txBox="1"/>
              <p:nvPr/>
            </p:nvSpPr>
            <p:spPr>
              <a:xfrm>
                <a:off x="9977366" y="4532489"/>
                <a:ext cx="173214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8C88407-246C-1700-0525-EA543DD16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7366" y="4532489"/>
                <a:ext cx="1732141" cy="375552"/>
              </a:xfrm>
              <a:prstGeom prst="rect">
                <a:avLst/>
              </a:prstGeom>
              <a:blipFill>
                <a:blip r:embed="rId1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89FF731-1E33-39D8-BFF5-9D73014517EC}"/>
              </a:ext>
            </a:extLst>
          </p:cNvPr>
          <p:cNvCxnSpPr>
            <a:cxnSpLocks/>
            <a:stCxn id="18" idx="0"/>
            <a:endCxn id="52" idx="2"/>
          </p:cNvCxnSpPr>
          <p:nvPr/>
        </p:nvCxnSpPr>
        <p:spPr>
          <a:xfrm flipV="1">
            <a:off x="3992033" y="4218163"/>
            <a:ext cx="6799" cy="31432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798B3D8-9E6E-45B6-DDB0-7D8F00FF462F}"/>
              </a:ext>
            </a:extLst>
          </p:cNvPr>
          <p:cNvCxnSpPr>
            <a:cxnSpLocks/>
            <a:stCxn id="19" idx="0"/>
            <a:endCxn id="54" idx="2"/>
          </p:cNvCxnSpPr>
          <p:nvPr/>
        </p:nvCxnSpPr>
        <p:spPr>
          <a:xfrm flipV="1">
            <a:off x="6272809" y="4218163"/>
            <a:ext cx="7184" cy="31508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5DD98CB-9A42-387F-8F00-94268C9BE759}"/>
              </a:ext>
            </a:extLst>
          </p:cNvPr>
          <p:cNvCxnSpPr>
            <a:cxnSpLocks/>
            <a:stCxn id="20" idx="0"/>
            <a:endCxn id="55" idx="2"/>
          </p:cNvCxnSpPr>
          <p:nvPr/>
        </p:nvCxnSpPr>
        <p:spPr>
          <a:xfrm flipH="1" flipV="1">
            <a:off x="8561154" y="4218163"/>
            <a:ext cx="8883" cy="31508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D9E4308-C8A4-9602-3941-059EC89486DF}"/>
              </a:ext>
            </a:extLst>
          </p:cNvPr>
          <p:cNvCxnSpPr>
            <a:cxnSpLocks/>
            <a:stCxn id="21" idx="0"/>
            <a:endCxn id="51" idx="2"/>
          </p:cNvCxnSpPr>
          <p:nvPr/>
        </p:nvCxnSpPr>
        <p:spPr>
          <a:xfrm flipV="1">
            <a:off x="10843437" y="4215053"/>
            <a:ext cx="577" cy="31743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4411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1E8D4-6E5D-3D0C-38C0-82F225028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Mathematically: forward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70C9D26-7A61-6F59-A315-A13E3DB94B14}"/>
                  </a:ext>
                </a:extLst>
              </p:cNvPr>
              <p:cNvSpPr txBox="1"/>
              <p:nvPr/>
            </p:nvSpPr>
            <p:spPr>
              <a:xfrm>
                <a:off x="1533678" y="3845721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70C9D26-7A61-6F59-A315-A13E3DB94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3678" y="3845721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6DB2D2-8B51-FEDE-2420-902E299CF6DF}"/>
                  </a:ext>
                </a:extLst>
              </p:cNvPr>
              <p:cNvSpPr txBox="1"/>
              <p:nvPr/>
            </p:nvSpPr>
            <p:spPr>
              <a:xfrm flipH="1">
                <a:off x="10658322" y="3845721"/>
                <a:ext cx="371384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6DB2D2-8B51-FEDE-2420-902E299CF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658322" y="3845721"/>
                <a:ext cx="371384" cy="369332"/>
              </a:xfrm>
              <a:prstGeom prst="rect">
                <a:avLst/>
              </a:prstGeom>
              <a:blipFill>
                <a:blip r:embed="rId4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5A70B64-722A-C677-8A01-FFFC6FC496B4}"/>
                  </a:ext>
                </a:extLst>
              </p:cNvPr>
              <p:cNvSpPr txBox="1"/>
              <p:nvPr/>
            </p:nvSpPr>
            <p:spPr>
              <a:xfrm>
                <a:off x="3814839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5A70B64-722A-C677-8A01-FFFC6FC496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4839" y="3842611"/>
                <a:ext cx="367986" cy="3755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A54B5A6-A04B-ED56-78E2-ABB03640743F}"/>
                  </a:ext>
                </a:extLst>
              </p:cNvPr>
              <p:cNvSpPr txBox="1"/>
              <p:nvPr/>
            </p:nvSpPr>
            <p:spPr>
              <a:xfrm>
                <a:off x="6096000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A54B5A6-A04B-ED56-78E2-ABB036407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842611"/>
                <a:ext cx="367986" cy="37555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5892C8-398B-6290-789E-AB47515E07E7}"/>
                  </a:ext>
                </a:extLst>
              </p:cNvPr>
              <p:cNvSpPr txBox="1"/>
              <p:nvPr/>
            </p:nvSpPr>
            <p:spPr>
              <a:xfrm>
                <a:off x="8377161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5892C8-398B-6290-789E-AB47515E0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7161" y="3842611"/>
                <a:ext cx="367986" cy="37555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2DD109F-4353-2A77-16F6-DE61C41F2667}"/>
              </a:ext>
            </a:extLst>
          </p:cNvPr>
          <p:cNvCxnSpPr>
            <a:cxnSpLocks/>
          </p:cNvCxnSpPr>
          <p:nvPr/>
        </p:nvCxnSpPr>
        <p:spPr>
          <a:xfrm>
            <a:off x="1901664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79BE504-EC02-7C48-F72F-2B08971B3829}"/>
              </a:ext>
            </a:extLst>
          </p:cNvPr>
          <p:cNvCxnSpPr>
            <a:cxnSpLocks/>
          </p:cNvCxnSpPr>
          <p:nvPr/>
        </p:nvCxnSpPr>
        <p:spPr>
          <a:xfrm>
            <a:off x="4182825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6801104-592E-166C-AB0F-E63EA15EEBAD}"/>
              </a:ext>
            </a:extLst>
          </p:cNvPr>
          <p:cNvCxnSpPr>
            <a:cxnSpLocks/>
          </p:cNvCxnSpPr>
          <p:nvPr/>
        </p:nvCxnSpPr>
        <p:spPr>
          <a:xfrm>
            <a:off x="6463986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46D2720-435E-EBD6-0E1C-E2E39E28F08F}"/>
              </a:ext>
            </a:extLst>
          </p:cNvPr>
          <p:cNvCxnSpPr>
            <a:cxnSpLocks/>
          </p:cNvCxnSpPr>
          <p:nvPr/>
        </p:nvCxnSpPr>
        <p:spPr>
          <a:xfrm>
            <a:off x="8745147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556F4A3-7CB0-7F63-4152-A023F9D17CDC}"/>
                  </a:ext>
                </a:extLst>
              </p:cNvPr>
              <p:cNvSpPr txBox="1"/>
              <p:nvPr/>
            </p:nvSpPr>
            <p:spPr>
              <a:xfrm>
                <a:off x="2488631" y="3842611"/>
                <a:ext cx="73924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556F4A3-7CB0-7F63-4152-A023F9D17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631" y="3842611"/>
                <a:ext cx="739241" cy="37555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49DA507-8482-C852-C01E-7BE11E39F744}"/>
                  </a:ext>
                </a:extLst>
              </p:cNvPr>
              <p:cNvSpPr txBox="1"/>
              <p:nvPr/>
            </p:nvSpPr>
            <p:spPr>
              <a:xfrm>
                <a:off x="9332114" y="3842611"/>
                <a:ext cx="739240" cy="374846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49DA507-8482-C852-C01E-7BE11E39F7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2114" y="3842611"/>
                <a:ext cx="739240" cy="3748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3D58FC7-86C4-FAE1-1ED2-79B9A14C832D}"/>
                  </a:ext>
                </a:extLst>
              </p:cNvPr>
              <p:cNvSpPr txBox="1"/>
              <p:nvPr/>
            </p:nvSpPr>
            <p:spPr>
              <a:xfrm>
                <a:off x="7050953" y="3842611"/>
                <a:ext cx="739240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3D58FC7-86C4-FAE1-1ED2-79B9A14C83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0953" y="3842611"/>
                <a:ext cx="739240" cy="37555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16546CD-7584-62A6-9487-9316A38C3488}"/>
                  </a:ext>
                </a:extLst>
              </p:cNvPr>
              <p:cNvSpPr txBox="1"/>
              <p:nvPr/>
            </p:nvSpPr>
            <p:spPr>
              <a:xfrm>
                <a:off x="4769792" y="3842611"/>
                <a:ext cx="73924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16546CD-7584-62A6-9487-9316A38C3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9792" y="3842611"/>
                <a:ext cx="739241" cy="37555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DBC6D1A-6E8E-08DF-340C-828513995090}"/>
                  </a:ext>
                </a:extLst>
              </p:cNvPr>
              <p:cNvSpPr txBox="1"/>
              <p:nvPr/>
            </p:nvSpPr>
            <p:spPr>
              <a:xfrm>
                <a:off x="3668485" y="2827613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DBC6D1A-6E8E-08DF-340C-828513995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485" y="2827613"/>
                <a:ext cx="660694" cy="37555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5A9EC4-4327-E45A-8A5A-38DA06AC3974}"/>
                  </a:ext>
                </a:extLst>
              </p:cNvPr>
              <p:cNvSpPr txBox="1"/>
              <p:nvPr/>
            </p:nvSpPr>
            <p:spPr>
              <a:xfrm>
                <a:off x="5949646" y="2809925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5A9EC4-4327-E45A-8A5A-38DA06AC39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9646" y="2809925"/>
                <a:ext cx="660694" cy="37555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30F668-08B3-A9F1-CDF2-F431916F0491}"/>
                  </a:ext>
                </a:extLst>
              </p:cNvPr>
              <p:cNvSpPr txBox="1"/>
              <p:nvPr/>
            </p:nvSpPr>
            <p:spPr>
              <a:xfrm>
                <a:off x="8230807" y="2827613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30F668-08B3-A9F1-CDF2-F431916F0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0807" y="2827613"/>
                <a:ext cx="660694" cy="37555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669F170-0BF9-11BF-17DD-075004EA907B}"/>
              </a:ext>
            </a:extLst>
          </p:cNvPr>
          <p:cNvCxnSpPr>
            <a:cxnSpLocks/>
            <a:stCxn id="3" idx="2"/>
            <a:endCxn id="52" idx="0"/>
          </p:cNvCxnSpPr>
          <p:nvPr/>
        </p:nvCxnSpPr>
        <p:spPr>
          <a:xfrm>
            <a:off x="3998832" y="3203165"/>
            <a:ext cx="0" cy="639446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42B4B67-6AEA-DFE3-573E-CDFA5C662F32}"/>
              </a:ext>
            </a:extLst>
          </p:cNvPr>
          <p:cNvCxnSpPr>
            <a:cxnSpLocks/>
            <a:stCxn id="4" idx="2"/>
            <a:endCxn id="54" idx="0"/>
          </p:cNvCxnSpPr>
          <p:nvPr/>
        </p:nvCxnSpPr>
        <p:spPr>
          <a:xfrm>
            <a:off x="6279993" y="3185477"/>
            <a:ext cx="0" cy="657134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4CE1853-7497-9DD5-96E6-6516A98EF31F}"/>
              </a:ext>
            </a:extLst>
          </p:cNvPr>
          <p:cNvCxnSpPr>
            <a:cxnSpLocks/>
            <a:stCxn id="5" idx="2"/>
            <a:endCxn id="55" idx="0"/>
          </p:cNvCxnSpPr>
          <p:nvPr/>
        </p:nvCxnSpPr>
        <p:spPr>
          <a:xfrm>
            <a:off x="8561154" y="3203165"/>
            <a:ext cx="0" cy="639446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17A5568-71EF-1462-B1D2-F61BC8605517}"/>
                  </a:ext>
                </a:extLst>
              </p:cNvPr>
              <p:cNvSpPr txBox="1"/>
              <p:nvPr/>
            </p:nvSpPr>
            <p:spPr>
              <a:xfrm>
                <a:off x="2965344" y="4532489"/>
                <a:ext cx="2066976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17A5568-71EF-1462-B1D2-F61BC86055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5344" y="4532489"/>
                <a:ext cx="2066976" cy="375552"/>
              </a:xfrm>
              <a:prstGeom prst="rect">
                <a:avLst/>
              </a:prstGeom>
              <a:blipFill>
                <a:blip r:embed="rId1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92BFAA9-7DAE-E097-D434-D1853323A37D}"/>
                  </a:ext>
                </a:extLst>
              </p:cNvPr>
              <p:cNvSpPr txBox="1"/>
              <p:nvPr/>
            </p:nvSpPr>
            <p:spPr>
              <a:xfrm>
                <a:off x="5205147" y="4533250"/>
                <a:ext cx="214969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92BFAA9-7DAE-E097-D434-D1853323A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5147" y="4533250"/>
                <a:ext cx="2149691" cy="375552"/>
              </a:xfrm>
              <a:prstGeom prst="rect">
                <a:avLst/>
              </a:prstGeom>
              <a:blipFill>
                <a:blip r:embed="rId1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722EA25-553E-5A5A-0016-5D6CBD13BDC9}"/>
                  </a:ext>
                </a:extLst>
              </p:cNvPr>
              <p:cNvSpPr txBox="1"/>
              <p:nvPr/>
            </p:nvSpPr>
            <p:spPr>
              <a:xfrm>
                <a:off x="7486307" y="4533250"/>
                <a:ext cx="214969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722EA25-553E-5A5A-0016-5D6CBD13BD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6307" y="4533250"/>
                <a:ext cx="2149691" cy="375552"/>
              </a:xfrm>
              <a:prstGeom prst="rect">
                <a:avLst/>
              </a:prstGeom>
              <a:blipFill>
                <a:blip r:embed="rId1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8C88407-246C-1700-0525-EA543DD16E37}"/>
                  </a:ext>
                </a:extLst>
              </p:cNvPr>
              <p:cNvSpPr txBox="1"/>
              <p:nvPr/>
            </p:nvSpPr>
            <p:spPr>
              <a:xfrm>
                <a:off x="9807125" y="4532489"/>
                <a:ext cx="2070375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8C88407-246C-1700-0525-EA543DD16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7125" y="4532489"/>
                <a:ext cx="2070375" cy="375552"/>
              </a:xfrm>
              <a:prstGeom prst="rect">
                <a:avLst/>
              </a:prstGeom>
              <a:blipFill>
                <a:blip r:embed="rId1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3C5A25E-C4C8-0AE8-1165-97463C6CF875}"/>
              </a:ext>
            </a:extLst>
          </p:cNvPr>
          <p:cNvCxnSpPr>
            <a:cxnSpLocks/>
          </p:cNvCxnSpPr>
          <p:nvPr/>
        </p:nvCxnSpPr>
        <p:spPr>
          <a:xfrm flipV="1">
            <a:off x="3992033" y="4218163"/>
            <a:ext cx="6799" cy="31432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89D2312-F7D8-3073-2782-03F38CDF9F34}"/>
              </a:ext>
            </a:extLst>
          </p:cNvPr>
          <p:cNvCxnSpPr>
            <a:cxnSpLocks/>
          </p:cNvCxnSpPr>
          <p:nvPr/>
        </p:nvCxnSpPr>
        <p:spPr>
          <a:xfrm flipV="1">
            <a:off x="6272809" y="4218163"/>
            <a:ext cx="7184" cy="31508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A22AB2F-8132-862F-953A-F378CF39969B}"/>
              </a:ext>
            </a:extLst>
          </p:cNvPr>
          <p:cNvCxnSpPr>
            <a:cxnSpLocks/>
          </p:cNvCxnSpPr>
          <p:nvPr/>
        </p:nvCxnSpPr>
        <p:spPr>
          <a:xfrm flipH="1" flipV="1">
            <a:off x="8561154" y="4218163"/>
            <a:ext cx="8883" cy="31508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DF8948A-5066-2AE7-B83B-B0DD9842BB42}"/>
              </a:ext>
            </a:extLst>
          </p:cNvPr>
          <p:cNvCxnSpPr>
            <a:cxnSpLocks/>
          </p:cNvCxnSpPr>
          <p:nvPr/>
        </p:nvCxnSpPr>
        <p:spPr>
          <a:xfrm flipV="1">
            <a:off x="10843437" y="4215053"/>
            <a:ext cx="577" cy="31743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084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97A0E1-4662-C158-A052-C5B8EE7F0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47120-2D08-6CC5-F2A3-0A1DDA15D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Mathematically: forward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2314FDE-7D2A-6D5C-EE09-9564C699713E}"/>
                  </a:ext>
                </a:extLst>
              </p:cNvPr>
              <p:cNvSpPr txBox="1"/>
              <p:nvPr/>
            </p:nvSpPr>
            <p:spPr>
              <a:xfrm>
                <a:off x="1533678" y="3845721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70C9D26-7A61-6F59-A315-A13E3DB94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3678" y="3845721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8043F1-7466-84E6-5B79-5AE1D07F8091}"/>
                  </a:ext>
                </a:extLst>
              </p:cNvPr>
              <p:cNvSpPr txBox="1"/>
              <p:nvPr/>
            </p:nvSpPr>
            <p:spPr>
              <a:xfrm flipH="1">
                <a:off x="10658322" y="3845721"/>
                <a:ext cx="371384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6DB2D2-8B51-FEDE-2420-902E299CF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658322" y="3845721"/>
                <a:ext cx="371384" cy="369332"/>
              </a:xfrm>
              <a:prstGeom prst="rect">
                <a:avLst/>
              </a:prstGeom>
              <a:blipFill>
                <a:blip r:embed="rId4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088A218-D2F0-92F9-AB7D-6B6C142C906B}"/>
                  </a:ext>
                </a:extLst>
              </p:cNvPr>
              <p:cNvSpPr txBox="1"/>
              <p:nvPr/>
            </p:nvSpPr>
            <p:spPr>
              <a:xfrm>
                <a:off x="3814839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5A70B64-722A-C677-8A01-FFFC6FC496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4839" y="3842611"/>
                <a:ext cx="367986" cy="3755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3104029-8959-1E08-FC12-AB7C5A1FEA3F}"/>
                  </a:ext>
                </a:extLst>
              </p:cNvPr>
              <p:cNvSpPr txBox="1"/>
              <p:nvPr/>
            </p:nvSpPr>
            <p:spPr>
              <a:xfrm>
                <a:off x="6096000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A54B5A6-A04B-ED56-78E2-ABB036407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842611"/>
                <a:ext cx="367986" cy="37555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9061B9E-B2EF-E8A7-99FF-D82C1434EB0B}"/>
                  </a:ext>
                </a:extLst>
              </p:cNvPr>
              <p:cNvSpPr txBox="1"/>
              <p:nvPr/>
            </p:nvSpPr>
            <p:spPr>
              <a:xfrm>
                <a:off x="8377161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5892C8-398B-6290-789E-AB47515E0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7161" y="3842611"/>
                <a:ext cx="367986" cy="37555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4FDF3EF3-190E-EAA9-3F7B-7B7C94C96EF8}"/>
              </a:ext>
            </a:extLst>
          </p:cNvPr>
          <p:cNvCxnSpPr>
            <a:cxnSpLocks/>
          </p:cNvCxnSpPr>
          <p:nvPr/>
        </p:nvCxnSpPr>
        <p:spPr>
          <a:xfrm>
            <a:off x="1901664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BAA8250-4B18-2BCF-E15E-9A6C79841707}"/>
              </a:ext>
            </a:extLst>
          </p:cNvPr>
          <p:cNvCxnSpPr>
            <a:cxnSpLocks/>
          </p:cNvCxnSpPr>
          <p:nvPr/>
        </p:nvCxnSpPr>
        <p:spPr>
          <a:xfrm>
            <a:off x="4182825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B0C7C757-175A-D904-DBE5-563AC5880A02}"/>
              </a:ext>
            </a:extLst>
          </p:cNvPr>
          <p:cNvCxnSpPr>
            <a:cxnSpLocks/>
          </p:cNvCxnSpPr>
          <p:nvPr/>
        </p:nvCxnSpPr>
        <p:spPr>
          <a:xfrm>
            <a:off x="6463986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0A8BD03F-E4C6-09D0-BD87-D94D6C81DC2C}"/>
              </a:ext>
            </a:extLst>
          </p:cNvPr>
          <p:cNvCxnSpPr>
            <a:cxnSpLocks/>
          </p:cNvCxnSpPr>
          <p:nvPr/>
        </p:nvCxnSpPr>
        <p:spPr>
          <a:xfrm>
            <a:off x="8745147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572933AF-50F6-877B-254E-0678C06C82B8}"/>
                  </a:ext>
                </a:extLst>
              </p:cNvPr>
              <p:cNvSpPr txBox="1"/>
              <p:nvPr/>
            </p:nvSpPr>
            <p:spPr>
              <a:xfrm>
                <a:off x="2488631" y="3842611"/>
                <a:ext cx="73924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556F4A3-7CB0-7F63-4152-A023F9D17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631" y="3842611"/>
                <a:ext cx="739241" cy="37555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CE3858C7-C169-DA53-E026-19AEF048B369}"/>
                  </a:ext>
                </a:extLst>
              </p:cNvPr>
              <p:cNvSpPr txBox="1"/>
              <p:nvPr/>
            </p:nvSpPr>
            <p:spPr>
              <a:xfrm>
                <a:off x="9332114" y="3842611"/>
                <a:ext cx="739240" cy="374846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49DA507-8482-C852-C01E-7BE11E39F7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2114" y="3842611"/>
                <a:ext cx="739240" cy="3748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89F3B64D-C738-F70E-1829-17B3BC25E017}"/>
                  </a:ext>
                </a:extLst>
              </p:cNvPr>
              <p:cNvSpPr txBox="1"/>
              <p:nvPr/>
            </p:nvSpPr>
            <p:spPr>
              <a:xfrm>
                <a:off x="7050953" y="3842611"/>
                <a:ext cx="739240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3D58FC7-86C4-FAE1-1ED2-79B9A14C83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0953" y="3842611"/>
                <a:ext cx="739240" cy="37555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D02FA7B9-3B36-D84F-D940-6027D5729B46}"/>
                  </a:ext>
                </a:extLst>
              </p:cNvPr>
              <p:cNvSpPr txBox="1"/>
              <p:nvPr/>
            </p:nvSpPr>
            <p:spPr>
              <a:xfrm>
                <a:off x="4769792" y="3842611"/>
                <a:ext cx="73924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16546CD-7584-62A6-9487-9316A38C3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9792" y="3842611"/>
                <a:ext cx="739241" cy="37555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39BC706-9208-100F-6858-2E89193BDB75}"/>
                  </a:ext>
                </a:extLst>
              </p:cNvPr>
              <p:cNvSpPr txBox="1"/>
              <p:nvPr/>
            </p:nvSpPr>
            <p:spPr>
              <a:xfrm>
                <a:off x="3668485" y="2827613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DBC6D1A-6E8E-08DF-340C-828513995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485" y="2827613"/>
                <a:ext cx="660694" cy="37555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11062A-290B-B221-66F6-7AA58A96B98A}"/>
                  </a:ext>
                </a:extLst>
              </p:cNvPr>
              <p:cNvSpPr txBox="1"/>
              <p:nvPr/>
            </p:nvSpPr>
            <p:spPr>
              <a:xfrm>
                <a:off x="5949646" y="2809925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5A9EC4-4327-E45A-8A5A-38DA06AC39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9646" y="2809925"/>
                <a:ext cx="660694" cy="37555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ACD2A9F-B4AD-EAC2-0CBB-4B65D606EF1C}"/>
                  </a:ext>
                </a:extLst>
              </p:cNvPr>
              <p:cNvSpPr txBox="1"/>
              <p:nvPr/>
            </p:nvSpPr>
            <p:spPr>
              <a:xfrm>
                <a:off x="8230807" y="2827613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30F668-08B3-A9F1-CDF2-F431916F0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0807" y="2827613"/>
                <a:ext cx="660694" cy="37555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1EDCE5C-F2AB-A065-B273-D49DC81B21DC}"/>
              </a:ext>
            </a:extLst>
          </p:cNvPr>
          <p:cNvCxnSpPr>
            <a:cxnSpLocks/>
            <a:stCxn id="3" idx="2"/>
            <a:endCxn id="52" idx="0"/>
          </p:cNvCxnSpPr>
          <p:nvPr/>
        </p:nvCxnSpPr>
        <p:spPr>
          <a:xfrm>
            <a:off x="3998832" y="3203165"/>
            <a:ext cx="0" cy="639446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BD28E22-E659-BA47-12F7-C29AD626F39F}"/>
              </a:ext>
            </a:extLst>
          </p:cNvPr>
          <p:cNvCxnSpPr>
            <a:cxnSpLocks/>
            <a:stCxn id="4" idx="2"/>
            <a:endCxn id="54" idx="0"/>
          </p:cNvCxnSpPr>
          <p:nvPr/>
        </p:nvCxnSpPr>
        <p:spPr>
          <a:xfrm>
            <a:off x="6279993" y="3185477"/>
            <a:ext cx="0" cy="657134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6F593CB-1769-C650-5FCF-2A16E43B61E5}"/>
              </a:ext>
            </a:extLst>
          </p:cNvPr>
          <p:cNvCxnSpPr>
            <a:cxnSpLocks/>
            <a:stCxn id="5" idx="2"/>
            <a:endCxn id="55" idx="0"/>
          </p:cNvCxnSpPr>
          <p:nvPr/>
        </p:nvCxnSpPr>
        <p:spPr>
          <a:xfrm>
            <a:off x="8561154" y="3203165"/>
            <a:ext cx="0" cy="639446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019996A-BA6B-2776-66F3-1E879C5D8D2B}"/>
                  </a:ext>
                </a:extLst>
              </p:cNvPr>
              <p:cNvSpPr txBox="1"/>
              <p:nvPr/>
            </p:nvSpPr>
            <p:spPr>
              <a:xfrm>
                <a:off x="2965344" y="4532489"/>
                <a:ext cx="2066976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17A5568-71EF-1462-B1D2-F61BC86055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5344" y="4532489"/>
                <a:ext cx="2066976" cy="375552"/>
              </a:xfrm>
              <a:prstGeom prst="rect">
                <a:avLst/>
              </a:prstGeom>
              <a:blipFill>
                <a:blip r:embed="rId1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0537F53-93F5-01EC-D43B-CE665BC20118}"/>
                  </a:ext>
                </a:extLst>
              </p:cNvPr>
              <p:cNvSpPr txBox="1"/>
              <p:nvPr/>
            </p:nvSpPr>
            <p:spPr>
              <a:xfrm>
                <a:off x="5205147" y="4533250"/>
                <a:ext cx="214969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92BFAA9-7DAE-E097-D434-D1853323A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5147" y="4533250"/>
                <a:ext cx="2149691" cy="375552"/>
              </a:xfrm>
              <a:prstGeom prst="rect">
                <a:avLst/>
              </a:prstGeom>
              <a:blipFill>
                <a:blip r:embed="rId1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D10CC81-DEAF-1BAE-057A-73FDF21D8DA2}"/>
                  </a:ext>
                </a:extLst>
              </p:cNvPr>
              <p:cNvSpPr txBox="1"/>
              <p:nvPr/>
            </p:nvSpPr>
            <p:spPr>
              <a:xfrm>
                <a:off x="7486307" y="4533250"/>
                <a:ext cx="214969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722EA25-553E-5A5A-0016-5D6CBD13BD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6307" y="4533250"/>
                <a:ext cx="2149691" cy="375552"/>
              </a:xfrm>
              <a:prstGeom prst="rect">
                <a:avLst/>
              </a:prstGeom>
              <a:blipFill>
                <a:blip r:embed="rId1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5225537-0566-5354-0757-A2FCED907B1A}"/>
                  </a:ext>
                </a:extLst>
              </p:cNvPr>
              <p:cNvSpPr txBox="1"/>
              <p:nvPr/>
            </p:nvSpPr>
            <p:spPr>
              <a:xfrm>
                <a:off x="9807125" y="4532489"/>
                <a:ext cx="2070375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8C88407-246C-1700-0525-EA543DD16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7125" y="4532489"/>
                <a:ext cx="2070375" cy="375552"/>
              </a:xfrm>
              <a:prstGeom prst="rect">
                <a:avLst/>
              </a:prstGeom>
              <a:blipFill>
                <a:blip r:embed="rId1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814C8F6-7B78-CA0F-3C78-C6C0FE518484}"/>
              </a:ext>
            </a:extLst>
          </p:cNvPr>
          <p:cNvCxnSpPr>
            <a:cxnSpLocks/>
            <a:stCxn id="18" idx="0"/>
            <a:endCxn id="52" idx="2"/>
          </p:cNvCxnSpPr>
          <p:nvPr/>
        </p:nvCxnSpPr>
        <p:spPr>
          <a:xfrm flipV="1">
            <a:off x="3998832" y="4218163"/>
            <a:ext cx="0" cy="31432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3B1E84-7E0F-277D-9E66-5EAFBFCC990D}"/>
              </a:ext>
            </a:extLst>
          </p:cNvPr>
          <p:cNvCxnSpPr>
            <a:cxnSpLocks/>
            <a:stCxn id="19" idx="0"/>
            <a:endCxn id="54" idx="2"/>
          </p:cNvCxnSpPr>
          <p:nvPr/>
        </p:nvCxnSpPr>
        <p:spPr>
          <a:xfrm flipV="1">
            <a:off x="6279993" y="4218163"/>
            <a:ext cx="0" cy="31508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8C63A6A-14C7-7AE6-8C3A-2FEC25432AFC}"/>
              </a:ext>
            </a:extLst>
          </p:cNvPr>
          <p:cNvCxnSpPr>
            <a:cxnSpLocks/>
            <a:stCxn id="20" idx="0"/>
            <a:endCxn id="55" idx="2"/>
          </p:cNvCxnSpPr>
          <p:nvPr/>
        </p:nvCxnSpPr>
        <p:spPr>
          <a:xfrm flipV="1">
            <a:off x="8561153" y="4218163"/>
            <a:ext cx="1" cy="31508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65B00F9-C000-9377-E103-DAD644BD9B59}"/>
              </a:ext>
            </a:extLst>
          </p:cNvPr>
          <p:cNvCxnSpPr>
            <a:cxnSpLocks/>
            <a:stCxn id="21" idx="0"/>
            <a:endCxn id="51" idx="2"/>
          </p:cNvCxnSpPr>
          <p:nvPr/>
        </p:nvCxnSpPr>
        <p:spPr>
          <a:xfrm flipV="1">
            <a:off x="10842313" y="4215053"/>
            <a:ext cx="1701" cy="31743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DD71773-75AD-352D-3358-B796880A3B66}"/>
              </a:ext>
            </a:extLst>
          </p:cNvPr>
          <p:cNvSpPr txBox="1"/>
          <p:nvPr/>
        </p:nvSpPr>
        <p:spPr>
          <a:xfrm>
            <a:off x="8401730" y="6044966"/>
            <a:ext cx="3339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x and y do not need to be scalars!</a:t>
            </a:r>
          </a:p>
        </p:txBody>
      </p:sp>
    </p:spTree>
    <p:extLst>
      <p:ext uri="{BB962C8B-B14F-4D97-AF65-F5344CB8AC3E}">
        <p14:creationId xmlns:p14="http://schemas.microsoft.com/office/powerpoint/2010/main" val="37945174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1E8D4-6E5D-3D0C-38C0-82F225028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Interlude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07B530A-E4A5-09FD-D14E-F84077B10BB9}"/>
                  </a:ext>
                </a:extLst>
              </p:cNvPr>
              <p:cNvSpPr txBox="1"/>
              <p:nvPr/>
            </p:nvSpPr>
            <p:spPr>
              <a:xfrm>
                <a:off x="838200" y="1787494"/>
                <a:ext cx="7770463" cy="35867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Consider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 </a:t>
                </a:r>
                <a:r>
                  <a:rPr lang="fr-FR" sz="2400" b="0" i="0" dirty="0" err="1">
                    <a:solidFill>
                      <a:srgbClr val="202122"/>
                    </a:solidFill>
                    <a:effectLst/>
                    <a:latin typeface="+mj-lt"/>
                  </a:rPr>
                  <a:t>differentiable</a:t>
                </a:r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.</a:t>
                </a:r>
              </a:p>
              <a:p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For a </a:t>
                </a:r>
                <a:r>
                  <a:rPr lang="fr-FR" sz="2400" b="0" i="0" dirty="0" err="1">
                    <a:solidFill>
                      <a:srgbClr val="202122"/>
                    </a:solidFill>
                    <a:effectLst/>
                    <a:latin typeface="+mj-lt"/>
                  </a:rPr>
                  <a:t>give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n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in 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domain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of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in 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domain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of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fr-FR" sz="2400" dirty="0">
                    <a:latin typeface="+mj-lt"/>
                  </a:rPr>
                  <a:t>. </a:t>
                </a:r>
              </a:p>
              <a:p>
                <a:endParaRPr lang="fr-FR" sz="2400" dirty="0">
                  <a:latin typeface="+mj-lt"/>
                </a:endParaRPr>
              </a:p>
              <a:p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If 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𝑢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 and 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𝑢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fr-FR" sz="2400" b="0" i="1" smtClean="0">
                            <a:solidFill>
                              <a:srgbClr val="202122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400" b="0" i="1" smtClean="0">
                            <a:solidFill>
                              <a:srgbClr val="202122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 (i.e.,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fr-FR" sz="2400" b="0" i="1" smtClean="0">
                            <a:solidFill>
                              <a:srgbClr val="202122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400" b="0" i="1" smtClean="0">
                            <a:solidFill>
                              <a:srgbClr val="202122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fr-FR" sz="2400" b="0" i="1" smtClean="0">
                                <a:solidFill>
                                  <a:srgbClr val="202122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b="0" i="1" smtClean="0">
                                <a:solidFill>
                                  <a:srgbClr val="202122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</m:oMath>
                </a14:m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)</a:t>
                </a:r>
              </a:p>
              <a:p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Then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, the 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derivative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of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m:rPr>
                        <m:sty m:val="p"/>
                      </m:rPr>
                      <a:rPr lang="fr-FR" sz="2400" b="0" i="0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o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is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fr-FR" sz="2400" b="0" i="1" smtClean="0">
                                  <a:solidFill>
                                    <a:srgbClr val="20212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2400" b="0" i="1" smtClean="0">
                                  <a:solidFill>
                                    <a:srgbClr val="202122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m:rPr>
                                  <m:sty m:val="p"/>
                                </m:rPr>
                                <a:rPr lang="fr-FR" sz="2400" b="0" i="0" smtClean="0">
                                  <a:solidFill>
                                    <a:srgbClr val="202122"/>
                                  </a:solidFill>
                                  <a:latin typeface="Cambria Math" panose="02040503050406030204" pitchFamily="18" charset="0"/>
                                </a:rPr>
                                <m:t>o</m:t>
                              </m:r>
                              <m:r>
                                <a:rPr lang="fr-FR" sz="2400" b="0" i="1" smtClean="0">
                                  <a:solidFill>
                                    <a:srgbClr val="202122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</m:d>
                        </m:e>
                        <m:sup>
                          <m: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FR" sz="2400" b="0" i="1" smtClean="0">
                          <a:solidFill>
                            <a:srgbClr val="20212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FR" sz="2400" b="0" i="1" smtClean="0">
                          <a:solidFill>
                            <a:srgbClr val="202122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sz="2400" b="0" i="1" smtClean="0">
                          <a:solidFill>
                            <a:srgbClr val="202122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fr-FR" sz="2400" b="0" i="1" smtClean="0">
                          <a:solidFill>
                            <a:srgbClr val="202122"/>
                          </a:solidFill>
                          <a:latin typeface="Cambria Math" panose="02040503050406030204" pitchFamily="18" charset="0"/>
                        </a:rPr>
                        <m:t>′(</m:t>
                      </m:r>
                      <m:r>
                        <a:rPr lang="fr-FR" sz="2400" b="0" i="1" smtClean="0">
                          <a:solidFill>
                            <a:srgbClr val="202122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FR" sz="2400" b="0" i="1" smtClean="0">
                          <a:solidFill>
                            <a:srgbClr val="20212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dirty="0">
                  <a:solidFill>
                    <a:srgbClr val="202122"/>
                  </a:solidFill>
                  <a:latin typeface="+mj-lt"/>
                </a:endParaRPr>
              </a:p>
              <a:p>
                <a:endParaRPr lang="fr-FR" sz="2400" dirty="0">
                  <a:solidFill>
                    <a:srgbClr val="202122"/>
                  </a:solidFill>
                  <a:latin typeface="+mj-lt"/>
                </a:endParaRPr>
              </a:p>
              <a:p>
                <a:endParaRPr lang="fr-FR" sz="2400" dirty="0">
                  <a:solidFill>
                    <a:srgbClr val="202122"/>
                  </a:solidFill>
                  <a:latin typeface="+mj-lt"/>
                </a:endParaRPr>
              </a:p>
              <a:p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With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fr-FR" sz="2400" b="0" i="1" smtClean="0">
                            <a:solidFill>
                              <a:srgbClr val="202122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2400" b="0" i="0" smtClean="0">
                            <a:solidFill>
                              <a:srgbClr val="202122"/>
                            </a:solidFill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fr-FR" sz="2400" b="0" i="1" smtClean="0">
                                <a:solidFill>
                                  <a:srgbClr val="202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b="0" i="1" smtClean="0">
                                <a:solidFill>
                                  <a:srgbClr val="202122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</m:e>
                    </m:func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400" b="0" i="1" smtClean="0">
                            <a:solidFill>
                              <a:srgbClr val="20212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b="0" i="1" smtClean="0">
                            <a:solidFill>
                              <a:srgbClr val="202122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fr-FR" sz="2400" b="0" i="1" smtClean="0">
                            <a:solidFill>
                              <a:srgbClr val="202122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num>
                      <m:den>
                        <m:r>
                          <a:rPr lang="fr-FR" sz="2400" b="0" i="1" smtClean="0">
                            <a:solidFill>
                              <a:srgbClr val="202122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does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it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work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?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07B530A-E4A5-09FD-D14E-F84077B10B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787494"/>
                <a:ext cx="7770463" cy="3586751"/>
              </a:xfrm>
              <a:prstGeom prst="rect">
                <a:avLst/>
              </a:prstGeom>
              <a:blipFill>
                <a:blip r:embed="rId3"/>
                <a:stretch>
                  <a:fillRect l="-1256" t="-1358" b="-84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64510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E71B3-C9D9-0BFD-2BD0-5DD9D9909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D2751-E9CD-4373-D4A4-E23B34F25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Interlude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E51294B-9636-FF33-618C-6F79180EACF7}"/>
                  </a:ext>
                </a:extLst>
              </p:cNvPr>
              <p:cNvSpPr txBox="1"/>
              <p:nvPr/>
            </p:nvSpPr>
            <p:spPr>
              <a:xfrm>
                <a:off x="838200" y="1787494"/>
                <a:ext cx="7770463" cy="35867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Consider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 </a:t>
                </a:r>
                <a:r>
                  <a:rPr lang="fr-FR" sz="2400" b="0" i="0" dirty="0" err="1">
                    <a:solidFill>
                      <a:srgbClr val="202122"/>
                    </a:solidFill>
                    <a:effectLst/>
                    <a:latin typeface="+mj-lt"/>
                  </a:rPr>
                  <a:t>differentiable</a:t>
                </a:r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.</a:t>
                </a:r>
              </a:p>
              <a:p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For a </a:t>
                </a:r>
                <a:r>
                  <a:rPr lang="fr-FR" sz="2400" b="0" i="0" dirty="0" err="1">
                    <a:solidFill>
                      <a:srgbClr val="202122"/>
                    </a:solidFill>
                    <a:effectLst/>
                    <a:latin typeface="+mj-lt"/>
                  </a:rPr>
                  <a:t>give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n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in 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domain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of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in 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domain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of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fr-FR" sz="2400" dirty="0">
                    <a:latin typeface="+mj-lt"/>
                  </a:rPr>
                  <a:t>. </a:t>
                </a:r>
              </a:p>
              <a:p>
                <a:endParaRPr lang="fr-FR" sz="2400" dirty="0">
                  <a:latin typeface="+mj-lt"/>
                </a:endParaRPr>
              </a:p>
              <a:p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If 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𝑢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 and 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𝑢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fr-FR" sz="2400" b="0" i="1" smtClean="0">
                            <a:solidFill>
                              <a:srgbClr val="202122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400" b="0" i="1" smtClean="0">
                            <a:solidFill>
                              <a:srgbClr val="202122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 (i.e.,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fr-FR" sz="2400" b="0" i="1" smtClean="0">
                            <a:solidFill>
                              <a:srgbClr val="202122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400" b="0" i="1" smtClean="0">
                            <a:solidFill>
                              <a:srgbClr val="202122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fr-FR" sz="2400" b="0" i="1" smtClean="0">
                                <a:solidFill>
                                  <a:srgbClr val="202122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b="0" i="1" smtClean="0">
                                <a:solidFill>
                                  <a:srgbClr val="202122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</m:oMath>
                </a14:m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)</a:t>
                </a:r>
              </a:p>
              <a:p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Then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, the 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derivative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of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m:rPr>
                        <m:sty m:val="p"/>
                      </m:rPr>
                      <a:rPr lang="fr-FR" sz="2400" b="0" i="0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o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is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fr-FR" sz="2400" b="0" i="1" smtClean="0">
                                  <a:solidFill>
                                    <a:srgbClr val="20212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2400" b="0" i="1" smtClean="0">
                                  <a:solidFill>
                                    <a:srgbClr val="202122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m:rPr>
                                  <m:sty m:val="p"/>
                                </m:rPr>
                                <a:rPr lang="fr-FR" sz="2400" b="0" i="0" smtClean="0">
                                  <a:solidFill>
                                    <a:srgbClr val="202122"/>
                                  </a:solidFill>
                                  <a:latin typeface="Cambria Math" panose="02040503050406030204" pitchFamily="18" charset="0"/>
                                </a:rPr>
                                <m:t>o</m:t>
                              </m:r>
                              <m:r>
                                <a:rPr lang="fr-FR" sz="2400" b="0" i="1" smtClean="0">
                                  <a:solidFill>
                                    <a:srgbClr val="202122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</m:d>
                        </m:e>
                        <m:sup>
                          <m: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FR" sz="2400" b="0" i="1" smtClean="0">
                          <a:solidFill>
                            <a:srgbClr val="20212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FR" sz="2400" b="0" i="1" smtClean="0">
                          <a:solidFill>
                            <a:srgbClr val="202122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sz="2400" b="0" i="1" smtClean="0">
                          <a:solidFill>
                            <a:srgbClr val="202122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fr-FR" sz="2400" b="0" i="1" smtClean="0">
                          <a:solidFill>
                            <a:srgbClr val="202122"/>
                          </a:solidFill>
                          <a:latin typeface="Cambria Math" panose="02040503050406030204" pitchFamily="18" charset="0"/>
                        </a:rPr>
                        <m:t>′(</m:t>
                      </m:r>
                      <m:r>
                        <a:rPr lang="fr-FR" sz="2400" b="0" i="1" smtClean="0">
                          <a:solidFill>
                            <a:srgbClr val="202122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FR" sz="2400" b="0" i="1" smtClean="0">
                          <a:solidFill>
                            <a:srgbClr val="20212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dirty="0">
                  <a:solidFill>
                    <a:srgbClr val="202122"/>
                  </a:solidFill>
                  <a:latin typeface="+mj-lt"/>
                </a:endParaRPr>
              </a:p>
              <a:p>
                <a:endParaRPr lang="fr-FR" sz="2400" dirty="0">
                  <a:solidFill>
                    <a:srgbClr val="202122"/>
                  </a:solidFill>
                  <a:latin typeface="+mj-lt"/>
                </a:endParaRPr>
              </a:p>
              <a:p>
                <a:endParaRPr lang="fr-FR" sz="2400" dirty="0">
                  <a:solidFill>
                    <a:srgbClr val="202122"/>
                  </a:solidFill>
                  <a:latin typeface="+mj-lt"/>
                </a:endParaRPr>
              </a:p>
              <a:p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With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fr-FR" sz="2400" b="0" i="1" smtClean="0">
                            <a:solidFill>
                              <a:srgbClr val="202122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2400" b="0" i="0" smtClean="0">
                            <a:solidFill>
                              <a:srgbClr val="202122"/>
                            </a:solidFill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fr-FR" sz="2400" b="0" i="1" smtClean="0">
                                <a:solidFill>
                                  <a:srgbClr val="202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b="0" i="1" smtClean="0">
                                <a:solidFill>
                                  <a:srgbClr val="202122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</m:e>
                    </m:func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400" b="0" i="1" smtClean="0">
                            <a:solidFill>
                              <a:srgbClr val="20212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b="0" i="1" smtClean="0">
                            <a:solidFill>
                              <a:srgbClr val="202122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fr-FR" sz="2400" b="0" i="1" smtClean="0">
                            <a:solidFill>
                              <a:srgbClr val="202122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num>
                      <m:den>
                        <m:r>
                          <a:rPr lang="fr-FR" sz="2400" b="0" i="1" smtClean="0">
                            <a:solidFill>
                              <a:srgbClr val="202122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does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it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work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?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E51294B-9636-FF33-618C-6F79180EA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787494"/>
                <a:ext cx="7770463" cy="3586751"/>
              </a:xfrm>
              <a:prstGeom prst="rect">
                <a:avLst/>
              </a:prstGeom>
              <a:blipFill>
                <a:blip r:embed="rId3"/>
                <a:stretch>
                  <a:fillRect l="-1256" t="-1358" b="-84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5757E49-6298-6A81-B599-B2847C2116F9}"/>
                  </a:ext>
                </a:extLst>
              </p:cNvPr>
              <p:cNvSpPr txBox="1"/>
              <p:nvPr/>
            </p:nvSpPr>
            <p:spPr>
              <a:xfrm>
                <a:off x="8608663" y="3182678"/>
                <a:ext cx="1753878" cy="14492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Leibniz notation: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altLang="en-US" i="1" dirty="0"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 lang="en-GB" altLang="en-US" i="1" dirty="0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altLang="en-US" i="1" dirty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alt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altLang="en-US" i="1" dirty="0"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 lang="en-GB" altLang="en-US" i="1" dirty="0">
                              <a:latin typeface="Cambria Math" panose="02040503050406030204" pitchFamily="18" charset="0"/>
                            </a:rPr>
                            <m:t>𝑑𝑢</m:t>
                          </m:r>
                        </m:den>
                      </m:f>
                      <m:f>
                        <m:fPr>
                          <m:ctrlPr>
                            <a:rPr lang="en-US" alt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altLang="en-US" i="1" dirty="0">
                              <a:latin typeface="Cambria Math" panose="02040503050406030204" pitchFamily="18" charset="0"/>
                            </a:rPr>
                            <m:t>𝑑𝑢</m:t>
                          </m:r>
                        </m:num>
                        <m:den>
                          <m:r>
                            <a:rPr lang="en-GB" altLang="en-US" i="1" dirty="0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</m:oMath>
                  </m:oMathPara>
                </a14:m>
                <a:endParaRPr lang="en-GB" altLang="en-US" dirty="0"/>
              </a:p>
              <a:p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5757E49-6298-6A81-B599-B2847C2116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8663" y="3182678"/>
                <a:ext cx="1753878" cy="1449243"/>
              </a:xfrm>
              <a:prstGeom prst="rect">
                <a:avLst/>
              </a:prstGeom>
              <a:blipFill>
                <a:blip r:embed="rId4"/>
                <a:stretch>
                  <a:fillRect l="-2778" t="-2101" r="-31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1992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1E8D4-6E5D-3D0C-38C0-82F225028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Mathematically: backward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70C9D26-7A61-6F59-A315-A13E3DB94B14}"/>
                  </a:ext>
                </a:extLst>
              </p:cNvPr>
              <p:cNvSpPr txBox="1"/>
              <p:nvPr/>
            </p:nvSpPr>
            <p:spPr>
              <a:xfrm>
                <a:off x="1533678" y="3845721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70C9D26-7A61-6F59-A315-A13E3DB94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3678" y="3845721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6DB2D2-8B51-FEDE-2420-902E299CF6DF}"/>
                  </a:ext>
                </a:extLst>
              </p:cNvPr>
              <p:cNvSpPr txBox="1"/>
              <p:nvPr/>
            </p:nvSpPr>
            <p:spPr>
              <a:xfrm flipH="1">
                <a:off x="10658322" y="3845721"/>
                <a:ext cx="371384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6DB2D2-8B51-FEDE-2420-902E299CF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658322" y="3845721"/>
                <a:ext cx="371384" cy="369332"/>
              </a:xfrm>
              <a:prstGeom prst="rect">
                <a:avLst/>
              </a:prstGeom>
              <a:blipFill>
                <a:blip r:embed="rId4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5A70B64-722A-C677-8A01-FFFC6FC496B4}"/>
                  </a:ext>
                </a:extLst>
              </p:cNvPr>
              <p:cNvSpPr txBox="1"/>
              <p:nvPr/>
            </p:nvSpPr>
            <p:spPr>
              <a:xfrm>
                <a:off x="3814839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5A70B64-722A-C677-8A01-FFFC6FC496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4839" y="3842611"/>
                <a:ext cx="367986" cy="3755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A54B5A6-A04B-ED56-78E2-ABB03640743F}"/>
                  </a:ext>
                </a:extLst>
              </p:cNvPr>
              <p:cNvSpPr txBox="1"/>
              <p:nvPr/>
            </p:nvSpPr>
            <p:spPr>
              <a:xfrm>
                <a:off x="6096000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A54B5A6-A04B-ED56-78E2-ABB036407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842611"/>
                <a:ext cx="367986" cy="37555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5892C8-398B-6290-789E-AB47515E07E7}"/>
                  </a:ext>
                </a:extLst>
              </p:cNvPr>
              <p:cNvSpPr txBox="1"/>
              <p:nvPr/>
            </p:nvSpPr>
            <p:spPr>
              <a:xfrm>
                <a:off x="8377161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5892C8-398B-6290-789E-AB47515E0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7161" y="3842611"/>
                <a:ext cx="367986" cy="37555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2DD109F-4353-2A77-16F6-DE61C41F2667}"/>
              </a:ext>
            </a:extLst>
          </p:cNvPr>
          <p:cNvCxnSpPr>
            <a:cxnSpLocks/>
          </p:cNvCxnSpPr>
          <p:nvPr/>
        </p:nvCxnSpPr>
        <p:spPr>
          <a:xfrm>
            <a:off x="1901664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79BE504-EC02-7C48-F72F-2B08971B3829}"/>
              </a:ext>
            </a:extLst>
          </p:cNvPr>
          <p:cNvCxnSpPr>
            <a:cxnSpLocks/>
          </p:cNvCxnSpPr>
          <p:nvPr/>
        </p:nvCxnSpPr>
        <p:spPr>
          <a:xfrm>
            <a:off x="4182825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6801104-592E-166C-AB0F-E63EA15EEBAD}"/>
              </a:ext>
            </a:extLst>
          </p:cNvPr>
          <p:cNvCxnSpPr>
            <a:cxnSpLocks/>
          </p:cNvCxnSpPr>
          <p:nvPr/>
        </p:nvCxnSpPr>
        <p:spPr>
          <a:xfrm>
            <a:off x="6463986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46D2720-435E-EBD6-0E1C-E2E39E28F08F}"/>
              </a:ext>
            </a:extLst>
          </p:cNvPr>
          <p:cNvCxnSpPr>
            <a:cxnSpLocks/>
          </p:cNvCxnSpPr>
          <p:nvPr/>
        </p:nvCxnSpPr>
        <p:spPr>
          <a:xfrm>
            <a:off x="8745147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556F4A3-7CB0-7F63-4152-A023F9D17CDC}"/>
                  </a:ext>
                </a:extLst>
              </p:cNvPr>
              <p:cNvSpPr txBox="1"/>
              <p:nvPr/>
            </p:nvSpPr>
            <p:spPr>
              <a:xfrm>
                <a:off x="2488631" y="3842611"/>
                <a:ext cx="73924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556F4A3-7CB0-7F63-4152-A023F9D17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631" y="3842611"/>
                <a:ext cx="739241" cy="37555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49DA507-8482-C852-C01E-7BE11E39F744}"/>
                  </a:ext>
                </a:extLst>
              </p:cNvPr>
              <p:cNvSpPr txBox="1"/>
              <p:nvPr/>
            </p:nvSpPr>
            <p:spPr>
              <a:xfrm>
                <a:off x="9332114" y="3842611"/>
                <a:ext cx="739240" cy="374846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49DA507-8482-C852-C01E-7BE11E39F7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2114" y="3842611"/>
                <a:ext cx="739240" cy="3748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3D58FC7-86C4-FAE1-1ED2-79B9A14C832D}"/>
                  </a:ext>
                </a:extLst>
              </p:cNvPr>
              <p:cNvSpPr txBox="1"/>
              <p:nvPr/>
            </p:nvSpPr>
            <p:spPr>
              <a:xfrm>
                <a:off x="7050953" y="3842611"/>
                <a:ext cx="739240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3D58FC7-86C4-FAE1-1ED2-79B9A14C83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0953" y="3842611"/>
                <a:ext cx="739240" cy="37555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16546CD-7584-62A6-9487-9316A38C3488}"/>
                  </a:ext>
                </a:extLst>
              </p:cNvPr>
              <p:cNvSpPr txBox="1"/>
              <p:nvPr/>
            </p:nvSpPr>
            <p:spPr>
              <a:xfrm>
                <a:off x="4769792" y="3842611"/>
                <a:ext cx="73924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16546CD-7584-62A6-9487-9316A38C3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9792" y="3842611"/>
                <a:ext cx="739241" cy="37555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DBC6D1A-6E8E-08DF-340C-828513995090}"/>
                  </a:ext>
                </a:extLst>
              </p:cNvPr>
              <p:cNvSpPr txBox="1"/>
              <p:nvPr/>
            </p:nvSpPr>
            <p:spPr>
              <a:xfrm>
                <a:off x="3668485" y="2827613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DBC6D1A-6E8E-08DF-340C-828513995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485" y="2827613"/>
                <a:ext cx="660694" cy="37555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5A9EC4-4327-E45A-8A5A-38DA06AC3974}"/>
                  </a:ext>
                </a:extLst>
              </p:cNvPr>
              <p:cNvSpPr txBox="1"/>
              <p:nvPr/>
            </p:nvSpPr>
            <p:spPr>
              <a:xfrm>
                <a:off x="5949646" y="2809925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5A9EC4-4327-E45A-8A5A-38DA06AC39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9646" y="2809925"/>
                <a:ext cx="660694" cy="37555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30F668-08B3-A9F1-CDF2-F431916F0491}"/>
                  </a:ext>
                </a:extLst>
              </p:cNvPr>
              <p:cNvSpPr txBox="1"/>
              <p:nvPr/>
            </p:nvSpPr>
            <p:spPr>
              <a:xfrm>
                <a:off x="8230807" y="2827613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30F668-08B3-A9F1-CDF2-F431916F0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0807" y="2827613"/>
                <a:ext cx="660694" cy="37555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669F170-0BF9-11BF-17DD-075004EA907B}"/>
              </a:ext>
            </a:extLst>
          </p:cNvPr>
          <p:cNvCxnSpPr>
            <a:cxnSpLocks/>
            <a:stCxn id="3" idx="2"/>
            <a:endCxn id="52" idx="0"/>
          </p:cNvCxnSpPr>
          <p:nvPr/>
        </p:nvCxnSpPr>
        <p:spPr>
          <a:xfrm>
            <a:off x="3998832" y="3203165"/>
            <a:ext cx="0" cy="639446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42B4B67-6AEA-DFE3-573E-CDFA5C662F32}"/>
              </a:ext>
            </a:extLst>
          </p:cNvPr>
          <p:cNvCxnSpPr>
            <a:cxnSpLocks/>
            <a:stCxn id="4" idx="2"/>
            <a:endCxn id="54" idx="0"/>
          </p:cNvCxnSpPr>
          <p:nvPr/>
        </p:nvCxnSpPr>
        <p:spPr>
          <a:xfrm>
            <a:off x="6279993" y="3185477"/>
            <a:ext cx="0" cy="657134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4CE1853-7497-9DD5-96E6-6516A98EF31F}"/>
              </a:ext>
            </a:extLst>
          </p:cNvPr>
          <p:cNvCxnSpPr>
            <a:cxnSpLocks/>
            <a:stCxn id="5" idx="2"/>
            <a:endCxn id="55" idx="0"/>
          </p:cNvCxnSpPr>
          <p:nvPr/>
        </p:nvCxnSpPr>
        <p:spPr>
          <a:xfrm>
            <a:off x="8561154" y="3203165"/>
            <a:ext cx="0" cy="639446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89FF731-1E33-39D8-BFF5-9D73014517EC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3992033" y="4218163"/>
            <a:ext cx="6799" cy="31432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798B3D8-9E6E-45B6-DDB0-7D8F00FF462F}"/>
              </a:ext>
            </a:extLst>
          </p:cNvPr>
          <p:cNvCxnSpPr>
            <a:cxnSpLocks/>
            <a:stCxn id="11" idx="0"/>
            <a:endCxn id="54" idx="2"/>
          </p:cNvCxnSpPr>
          <p:nvPr/>
        </p:nvCxnSpPr>
        <p:spPr>
          <a:xfrm flipV="1">
            <a:off x="6279993" y="4218163"/>
            <a:ext cx="0" cy="31508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5DD98CB-9A42-387F-8F00-94268C9BE759}"/>
              </a:ext>
            </a:extLst>
          </p:cNvPr>
          <p:cNvCxnSpPr>
            <a:cxnSpLocks/>
            <a:endCxn id="55" idx="2"/>
          </p:cNvCxnSpPr>
          <p:nvPr/>
        </p:nvCxnSpPr>
        <p:spPr>
          <a:xfrm flipH="1" flipV="1">
            <a:off x="8561154" y="4218163"/>
            <a:ext cx="8883" cy="31508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D9E4308-C8A4-9602-3941-059EC89486DF}"/>
              </a:ext>
            </a:extLst>
          </p:cNvPr>
          <p:cNvCxnSpPr>
            <a:cxnSpLocks/>
            <a:endCxn id="51" idx="2"/>
          </p:cNvCxnSpPr>
          <p:nvPr/>
        </p:nvCxnSpPr>
        <p:spPr>
          <a:xfrm flipV="1">
            <a:off x="10843437" y="4215053"/>
            <a:ext cx="577" cy="31743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12B931E-9F79-003E-2825-95B79F231F41}"/>
                  </a:ext>
                </a:extLst>
              </p:cNvPr>
              <p:cNvSpPr txBox="1"/>
              <p:nvPr/>
            </p:nvSpPr>
            <p:spPr>
              <a:xfrm>
                <a:off x="10097432" y="5168762"/>
                <a:ext cx="1650002" cy="36933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12B931E-9F79-003E-2825-95B79F231F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97432" y="5168762"/>
                <a:ext cx="1650002" cy="369332"/>
              </a:xfrm>
              <a:prstGeom prst="rect">
                <a:avLst/>
              </a:prstGeom>
              <a:blipFill>
                <a:blip r:embed="rId1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91E168B-7EC8-3E60-1E3E-F4636A925285}"/>
                  </a:ext>
                </a:extLst>
              </p:cNvPr>
              <p:cNvSpPr txBox="1"/>
              <p:nvPr/>
            </p:nvSpPr>
            <p:spPr>
              <a:xfrm>
                <a:off x="2965344" y="4532489"/>
                <a:ext cx="2066976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91E168B-7EC8-3E60-1E3E-F4636A9252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5344" y="4532489"/>
                <a:ext cx="2066976" cy="375552"/>
              </a:xfrm>
              <a:prstGeom prst="rect">
                <a:avLst/>
              </a:prstGeom>
              <a:blipFill>
                <a:blip r:embed="rId1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4153E78-02FA-DADA-62BB-8538A917376C}"/>
                  </a:ext>
                </a:extLst>
              </p:cNvPr>
              <p:cNvSpPr txBox="1"/>
              <p:nvPr/>
            </p:nvSpPr>
            <p:spPr>
              <a:xfrm>
                <a:off x="5205147" y="4533250"/>
                <a:ext cx="214969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4153E78-02FA-DADA-62BB-8538A9173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5147" y="4533250"/>
                <a:ext cx="2149691" cy="375552"/>
              </a:xfrm>
              <a:prstGeom prst="rect">
                <a:avLst/>
              </a:prstGeom>
              <a:blipFill>
                <a:blip r:embed="rId1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0E36010-E45D-C8BD-DB2D-A517A2B429D9}"/>
                  </a:ext>
                </a:extLst>
              </p:cNvPr>
              <p:cNvSpPr txBox="1"/>
              <p:nvPr/>
            </p:nvSpPr>
            <p:spPr>
              <a:xfrm>
                <a:off x="7486307" y="4533250"/>
                <a:ext cx="214969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0E36010-E45D-C8BD-DB2D-A517A2B42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6307" y="4533250"/>
                <a:ext cx="2149691" cy="375552"/>
              </a:xfrm>
              <a:prstGeom prst="rect">
                <a:avLst/>
              </a:prstGeom>
              <a:blipFill>
                <a:blip r:embed="rId19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A4134A-21BF-8404-D247-2403983318FB}"/>
                  </a:ext>
                </a:extLst>
              </p:cNvPr>
              <p:cNvSpPr txBox="1"/>
              <p:nvPr/>
            </p:nvSpPr>
            <p:spPr>
              <a:xfrm>
                <a:off x="9807125" y="4532489"/>
                <a:ext cx="2070375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A4134A-21BF-8404-D247-2403983318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7125" y="4532489"/>
                <a:ext cx="2070375" cy="375552"/>
              </a:xfrm>
              <a:prstGeom prst="rect">
                <a:avLst/>
              </a:prstGeom>
              <a:blipFill>
                <a:blip r:embed="rId20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4E69A23-4F48-5A96-F989-E2F20D6A5DA8}"/>
                  </a:ext>
                </a:extLst>
              </p:cNvPr>
              <p:cNvSpPr txBox="1"/>
              <p:nvPr/>
            </p:nvSpPr>
            <p:spPr>
              <a:xfrm>
                <a:off x="9740408" y="2485665"/>
                <a:ext cx="2203808" cy="943335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∗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b="0" dirty="0">
                  <a:solidFill>
                    <a:srgbClr val="C00000"/>
                  </a:solidFill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=2∗(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4E69A23-4F48-5A96-F989-E2F20D6A5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0408" y="2485665"/>
                <a:ext cx="2203808" cy="943335"/>
              </a:xfrm>
              <a:prstGeom prst="rect">
                <a:avLst/>
              </a:prstGeom>
              <a:blipFill>
                <a:blip r:embed="rId21"/>
                <a:stretch>
                  <a:fillRect b="-38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ECF01F2-01DD-3604-9865-45EEDC433CE6}"/>
                  </a:ext>
                </a:extLst>
              </p:cNvPr>
              <p:cNvSpPr txBox="1"/>
              <p:nvPr/>
            </p:nvSpPr>
            <p:spPr>
              <a:xfrm>
                <a:off x="7828125" y="5058389"/>
                <a:ext cx="1790362" cy="666336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ECF01F2-01DD-3604-9865-45EEDC433C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8125" y="5058389"/>
                <a:ext cx="1790362" cy="666336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0EC3574-BAAE-29CA-0116-117B0A36EF38}"/>
                  </a:ext>
                </a:extLst>
              </p:cNvPr>
              <p:cNvSpPr txBox="1"/>
              <p:nvPr/>
            </p:nvSpPr>
            <p:spPr>
              <a:xfrm>
                <a:off x="11029706" y="5795783"/>
                <a:ext cx="611321" cy="619016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0EC3574-BAAE-29CA-0116-117B0A36E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9706" y="5795783"/>
                <a:ext cx="611321" cy="619016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C739228-5FE1-4916-1BE9-E2678AA8B512}"/>
                  </a:ext>
                </a:extLst>
              </p:cNvPr>
              <p:cNvSpPr txBox="1"/>
              <p:nvPr/>
            </p:nvSpPr>
            <p:spPr>
              <a:xfrm>
                <a:off x="7828125" y="5795783"/>
                <a:ext cx="2717026" cy="648126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fr-F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  <m:r>
                            <a:rPr lang="fr-F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C739228-5FE1-4916-1BE9-E2678AA8B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8125" y="5795783"/>
                <a:ext cx="2717026" cy="648126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Arrow: Right 19">
            <a:extLst>
              <a:ext uri="{FF2B5EF4-FFF2-40B4-BE49-F238E27FC236}">
                <a16:creationId xmlns:a16="http://schemas.microsoft.com/office/drawing/2014/main" id="{46E75F66-D150-286E-2FDC-A19F65CF0B3E}"/>
              </a:ext>
            </a:extLst>
          </p:cNvPr>
          <p:cNvSpPr/>
          <p:nvPr/>
        </p:nvSpPr>
        <p:spPr>
          <a:xfrm flipH="1">
            <a:off x="2255519" y="2066240"/>
            <a:ext cx="6737075" cy="385821"/>
          </a:xfrm>
          <a:prstGeom prst="rightArrow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51689AF-C961-8390-B807-0E4D4F7779E3}"/>
                  </a:ext>
                </a:extLst>
              </p:cNvPr>
              <p:cNvSpPr txBox="1"/>
              <p:nvPr/>
            </p:nvSpPr>
            <p:spPr>
              <a:xfrm>
                <a:off x="9928648" y="346319"/>
                <a:ext cx="220211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fr-FR" dirty="0"/>
                  <a:t> -&gt; </a:t>
                </a:r>
                <a:r>
                  <a:rPr lang="fr-FR" dirty="0" err="1"/>
                  <a:t>y_forward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fr-FR" dirty="0"/>
                  <a:t> -&gt; </a:t>
                </a:r>
                <a:r>
                  <a:rPr lang="fr-FR" dirty="0" err="1"/>
                  <a:t>y_train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GB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51689AF-C961-8390-B807-0E4D4F7779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28648" y="346319"/>
                <a:ext cx="2202116" cy="646331"/>
              </a:xfrm>
              <a:prstGeom prst="rect">
                <a:avLst/>
              </a:prstGeom>
              <a:blipFill>
                <a:blip r:embed="rId25"/>
                <a:stretch>
                  <a:fillRect t="-5660" b="-141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44D2763B-FE02-2743-BEEB-8BCFE5C2EBA3}"/>
              </a:ext>
            </a:extLst>
          </p:cNvPr>
          <p:cNvSpPr txBox="1"/>
          <p:nvPr/>
        </p:nvSpPr>
        <p:spPr>
          <a:xfrm>
            <a:off x="484114" y="5222367"/>
            <a:ext cx="400903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What is written on the screen is not rigorous nor exhaustive (it does not say where these functions are evaluated) but we will see it in a more rigorous way during the TD 1</a:t>
            </a:r>
            <a:endParaRPr lang="fr-FR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4ADB087-70B1-2E25-3B24-297E453AA106}"/>
                  </a:ext>
                </a:extLst>
              </p:cNvPr>
              <p:cNvSpPr txBox="1"/>
              <p:nvPr/>
            </p:nvSpPr>
            <p:spPr>
              <a:xfrm>
                <a:off x="5247881" y="5080798"/>
                <a:ext cx="2149691" cy="695447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GB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r>
                        <a:rPr lang="en-GB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GB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p>
                              <m:r>
                                <a:rPr lang="en-GB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GB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p>
                              <m:r>
                                <a:rPr lang="en-GB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GB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4ADB087-70B1-2E25-3B24-297E453AA1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7881" y="5080798"/>
                <a:ext cx="2149691" cy="695447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F59A59E-09E4-1825-2605-25D4450AE266}"/>
                  </a:ext>
                </a:extLst>
              </p:cNvPr>
              <p:cNvSpPr txBox="1"/>
              <p:nvPr/>
            </p:nvSpPr>
            <p:spPr>
              <a:xfrm>
                <a:off x="6017065" y="5795783"/>
                <a:ext cx="611321" cy="619016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GB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F59A59E-09E4-1825-2605-25D4450AE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7065" y="5795783"/>
                <a:ext cx="611321" cy="619016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7766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7" grpId="0"/>
      <p:bldP spid="21" grpId="0"/>
      <p:bldP spid="26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1E8D4-6E5D-3D0C-38C0-82F225028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Mathematically: update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70C9D26-7A61-6F59-A315-A13E3DB94B14}"/>
                  </a:ext>
                </a:extLst>
              </p:cNvPr>
              <p:cNvSpPr txBox="1"/>
              <p:nvPr/>
            </p:nvSpPr>
            <p:spPr>
              <a:xfrm>
                <a:off x="1533678" y="3845721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70C9D26-7A61-6F59-A315-A13E3DB94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3678" y="3845721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6DB2D2-8B51-FEDE-2420-902E299CF6DF}"/>
                  </a:ext>
                </a:extLst>
              </p:cNvPr>
              <p:cNvSpPr txBox="1"/>
              <p:nvPr/>
            </p:nvSpPr>
            <p:spPr>
              <a:xfrm flipH="1">
                <a:off x="10658322" y="3845721"/>
                <a:ext cx="371384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6DB2D2-8B51-FEDE-2420-902E299CF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658322" y="3845721"/>
                <a:ext cx="371384" cy="369332"/>
              </a:xfrm>
              <a:prstGeom prst="rect">
                <a:avLst/>
              </a:prstGeom>
              <a:blipFill>
                <a:blip r:embed="rId4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5A70B64-722A-C677-8A01-FFFC6FC496B4}"/>
                  </a:ext>
                </a:extLst>
              </p:cNvPr>
              <p:cNvSpPr txBox="1"/>
              <p:nvPr/>
            </p:nvSpPr>
            <p:spPr>
              <a:xfrm>
                <a:off x="3814839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5A70B64-722A-C677-8A01-FFFC6FC496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4839" y="3842611"/>
                <a:ext cx="367986" cy="3755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A54B5A6-A04B-ED56-78E2-ABB03640743F}"/>
                  </a:ext>
                </a:extLst>
              </p:cNvPr>
              <p:cNvSpPr txBox="1"/>
              <p:nvPr/>
            </p:nvSpPr>
            <p:spPr>
              <a:xfrm>
                <a:off x="6096000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A54B5A6-A04B-ED56-78E2-ABB036407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842611"/>
                <a:ext cx="367986" cy="37555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5892C8-398B-6290-789E-AB47515E07E7}"/>
                  </a:ext>
                </a:extLst>
              </p:cNvPr>
              <p:cNvSpPr txBox="1"/>
              <p:nvPr/>
            </p:nvSpPr>
            <p:spPr>
              <a:xfrm>
                <a:off x="8377161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5892C8-398B-6290-789E-AB47515E0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7161" y="3842611"/>
                <a:ext cx="367986" cy="37555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2DD109F-4353-2A77-16F6-DE61C41F2667}"/>
              </a:ext>
            </a:extLst>
          </p:cNvPr>
          <p:cNvCxnSpPr>
            <a:cxnSpLocks/>
          </p:cNvCxnSpPr>
          <p:nvPr/>
        </p:nvCxnSpPr>
        <p:spPr>
          <a:xfrm>
            <a:off x="1901664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79BE504-EC02-7C48-F72F-2B08971B3829}"/>
              </a:ext>
            </a:extLst>
          </p:cNvPr>
          <p:cNvCxnSpPr>
            <a:cxnSpLocks/>
          </p:cNvCxnSpPr>
          <p:nvPr/>
        </p:nvCxnSpPr>
        <p:spPr>
          <a:xfrm>
            <a:off x="4182825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6801104-592E-166C-AB0F-E63EA15EEBAD}"/>
              </a:ext>
            </a:extLst>
          </p:cNvPr>
          <p:cNvCxnSpPr>
            <a:cxnSpLocks/>
          </p:cNvCxnSpPr>
          <p:nvPr/>
        </p:nvCxnSpPr>
        <p:spPr>
          <a:xfrm>
            <a:off x="6463986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46D2720-435E-EBD6-0E1C-E2E39E28F08F}"/>
              </a:ext>
            </a:extLst>
          </p:cNvPr>
          <p:cNvCxnSpPr>
            <a:cxnSpLocks/>
          </p:cNvCxnSpPr>
          <p:nvPr/>
        </p:nvCxnSpPr>
        <p:spPr>
          <a:xfrm>
            <a:off x="8745147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556F4A3-7CB0-7F63-4152-A023F9D17CDC}"/>
                  </a:ext>
                </a:extLst>
              </p:cNvPr>
              <p:cNvSpPr txBox="1"/>
              <p:nvPr/>
            </p:nvSpPr>
            <p:spPr>
              <a:xfrm>
                <a:off x="2488631" y="3842611"/>
                <a:ext cx="73924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556F4A3-7CB0-7F63-4152-A023F9D17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631" y="3842611"/>
                <a:ext cx="739241" cy="37555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49DA507-8482-C852-C01E-7BE11E39F744}"/>
                  </a:ext>
                </a:extLst>
              </p:cNvPr>
              <p:cNvSpPr txBox="1"/>
              <p:nvPr/>
            </p:nvSpPr>
            <p:spPr>
              <a:xfrm>
                <a:off x="9332114" y="3842611"/>
                <a:ext cx="739240" cy="374846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49DA507-8482-C852-C01E-7BE11E39F7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2114" y="3842611"/>
                <a:ext cx="739240" cy="3748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3D58FC7-86C4-FAE1-1ED2-79B9A14C832D}"/>
                  </a:ext>
                </a:extLst>
              </p:cNvPr>
              <p:cNvSpPr txBox="1"/>
              <p:nvPr/>
            </p:nvSpPr>
            <p:spPr>
              <a:xfrm>
                <a:off x="7050953" y="3842611"/>
                <a:ext cx="739240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3D58FC7-86C4-FAE1-1ED2-79B9A14C83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0953" y="3842611"/>
                <a:ext cx="739240" cy="37555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16546CD-7584-62A6-9487-9316A38C3488}"/>
                  </a:ext>
                </a:extLst>
              </p:cNvPr>
              <p:cNvSpPr txBox="1"/>
              <p:nvPr/>
            </p:nvSpPr>
            <p:spPr>
              <a:xfrm>
                <a:off x="4769792" y="3842611"/>
                <a:ext cx="73924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16546CD-7584-62A6-9487-9316A38C3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9792" y="3842611"/>
                <a:ext cx="739241" cy="37555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DBC6D1A-6E8E-08DF-340C-828513995090}"/>
                  </a:ext>
                </a:extLst>
              </p:cNvPr>
              <p:cNvSpPr txBox="1"/>
              <p:nvPr/>
            </p:nvSpPr>
            <p:spPr>
              <a:xfrm>
                <a:off x="3668485" y="2827613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DBC6D1A-6E8E-08DF-340C-828513995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485" y="2827613"/>
                <a:ext cx="660694" cy="37555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5A9EC4-4327-E45A-8A5A-38DA06AC3974}"/>
                  </a:ext>
                </a:extLst>
              </p:cNvPr>
              <p:cNvSpPr txBox="1"/>
              <p:nvPr/>
            </p:nvSpPr>
            <p:spPr>
              <a:xfrm>
                <a:off x="5949646" y="2809925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5A9EC4-4327-E45A-8A5A-38DA06AC39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9646" y="2809925"/>
                <a:ext cx="660694" cy="37555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30F668-08B3-A9F1-CDF2-F431916F0491}"/>
                  </a:ext>
                </a:extLst>
              </p:cNvPr>
              <p:cNvSpPr txBox="1"/>
              <p:nvPr/>
            </p:nvSpPr>
            <p:spPr>
              <a:xfrm>
                <a:off x="8230807" y="2827613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30F668-08B3-A9F1-CDF2-F431916F0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0807" y="2827613"/>
                <a:ext cx="660694" cy="37555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669F170-0BF9-11BF-17DD-075004EA907B}"/>
              </a:ext>
            </a:extLst>
          </p:cNvPr>
          <p:cNvCxnSpPr>
            <a:cxnSpLocks/>
            <a:stCxn id="3" idx="2"/>
            <a:endCxn id="52" idx="0"/>
          </p:cNvCxnSpPr>
          <p:nvPr/>
        </p:nvCxnSpPr>
        <p:spPr>
          <a:xfrm>
            <a:off x="3998832" y="3203165"/>
            <a:ext cx="0" cy="639446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42B4B67-6AEA-DFE3-573E-CDFA5C662F32}"/>
              </a:ext>
            </a:extLst>
          </p:cNvPr>
          <p:cNvCxnSpPr>
            <a:cxnSpLocks/>
            <a:stCxn id="4" idx="2"/>
            <a:endCxn id="54" idx="0"/>
          </p:cNvCxnSpPr>
          <p:nvPr/>
        </p:nvCxnSpPr>
        <p:spPr>
          <a:xfrm>
            <a:off x="6279993" y="3185477"/>
            <a:ext cx="0" cy="657134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4CE1853-7497-9DD5-96E6-6516A98EF31F}"/>
              </a:ext>
            </a:extLst>
          </p:cNvPr>
          <p:cNvCxnSpPr>
            <a:cxnSpLocks/>
            <a:stCxn id="5" idx="2"/>
            <a:endCxn id="55" idx="0"/>
          </p:cNvCxnSpPr>
          <p:nvPr/>
        </p:nvCxnSpPr>
        <p:spPr>
          <a:xfrm>
            <a:off x="8561154" y="3203165"/>
            <a:ext cx="0" cy="639446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89FF731-1E33-39D8-BFF5-9D73014517EC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3992033" y="4218163"/>
            <a:ext cx="6799" cy="31432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798B3D8-9E6E-45B6-DDB0-7D8F00FF462F}"/>
              </a:ext>
            </a:extLst>
          </p:cNvPr>
          <p:cNvCxnSpPr>
            <a:cxnSpLocks/>
            <a:stCxn id="11" idx="0"/>
            <a:endCxn id="54" idx="2"/>
          </p:cNvCxnSpPr>
          <p:nvPr/>
        </p:nvCxnSpPr>
        <p:spPr>
          <a:xfrm flipV="1">
            <a:off x="6279993" y="4218163"/>
            <a:ext cx="0" cy="31508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5DD98CB-9A42-387F-8F00-94268C9BE759}"/>
              </a:ext>
            </a:extLst>
          </p:cNvPr>
          <p:cNvCxnSpPr>
            <a:cxnSpLocks/>
            <a:endCxn id="55" idx="2"/>
          </p:cNvCxnSpPr>
          <p:nvPr/>
        </p:nvCxnSpPr>
        <p:spPr>
          <a:xfrm flipH="1" flipV="1">
            <a:off x="8561154" y="4218163"/>
            <a:ext cx="8883" cy="31508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D9E4308-C8A4-9602-3941-059EC89486DF}"/>
              </a:ext>
            </a:extLst>
          </p:cNvPr>
          <p:cNvCxnSpPr>
            <a:cxnSpLocks/>
            <a:endCxn id="51" idx="2"/>
          </p:cNvCxnSpPr>
          <p:nvPr/>
        </p:nvCxnSpPr>
        <p:spPr>
          <a:xfrm flipV="1">
            <a:off x="10843437" y="4215053"/>
            <a:ext cx="577" cy="31743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12B931E-9F79-003E-2825-95B79F231F41}"/>
                  </a:ext>
                </a:extLst>
              </p:cNvPr>
              <p:cNvSpPr txBox="1"/>
              <p:nvPr/>
            </p:nvSpPr>
            <p:spPr>
              <a:xfrm>
                <a:off x="10097432" y="5168762"/>
                <a:ext cx="1650002" cy="36933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12B931E-9F79-003E-2825-95B79F231F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97432" y="5168762"/>
                <a:ext cx="1650002" cy="369332"/>
              </a:xfrm>
              <a:prstGeom prst="rect">
                <a:avLst/>
              </a:prstGeom>
              <a:blipFill>
                <a:blip r:embed="rId1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91E168B-7EC8-3E60-1E3E-F4636A925285}"/>
                  </a:ext>
                </a:extLst>
              </p:cNvPr>
              <p:cNvSpPr txBox="1"/>
              <p:nvPr/>
            </p:nvSpPr>
            <p:spPr>
              <a:xfrm>
                <a:off x="2965344" y="4532489"/>
                <a:ext cx="2066976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91E168B-7EC8-3E60-1E3E-F4636A9252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5344" y="4532489"/>
                <a:ext cx="2066976" cy="375552"/>
              </a:xfrm>
              <a:prstGeom prst="rect">
                <a:avLst/>
              </a:prstGeom>
              <a:blipFill>
                <a:blip r:embed="rId1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4153E78-02FA-DADA-62BB-8538A917376C}"/>
                  </a:ext>
                </a:extLst>
              </p:cNvPr>
              <p:cNvSpPr txBox="1"/>
              <p:nvPr/>
            </p:nvSpPr>
            <p:spPr>
              <a:xfrm>
                <a:off x="5205147" y="4533250"/>
                <a:ext cx="214969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4153E78-02FA-DADA-62BB-8538A9173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5147" y="4533250"/>
                <a:ext cx="2149691" cy="375552"/>
              </a:xfrm>
              <a:prstGeom prst="rect">
                <a:avLst/>
              </a:prstGeom>
              <a:blipFill>
                <a:blip r:embed="rId1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0E36010-E45D-C8BD-DB2D-A517A2B429D9}"/>
                  </a:ext>
                </a:extLst>
              </p:cNvPr>
              <p:cNvSpPr txBox="1"/>
              <p:nvPr/>
            </p:nvSpPr>
            <p:spPr>
              <a:xfrm>
                <a:off x="7486307" y="4533250"/>
                <a:ext cx="214969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0E36010-E45D-C8BD-DB2D-A517A2B42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6307" y="4533250"/>
                <a:ext cx="2149691" cy="375552"/>
              </a:xfrm>
              <a:prstGeom prst="rect">
                <a:avLst/>
              </a:prstGeom>
              <a:blipFill>
                <a:blip r:embed="rId1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A4134A-21BF-8404-D247-2403983318FB}"/>
                  </a:ext>
                </a:extLst>
              </p:cNvPr>
              <p:cNvSpPr txBox="1"/>
              <p:nvPr/>
            </p:nvSpPr>
            <p:spPr>
              <a:xfrm>
                <a:off x="9807125" y="4532489"/>
                <a:ext cx="2070375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A4134A-21BF-8404-D247-2403983318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7125" y="4532489"/>
                <a:ext cx="2070375" cy="375552"/>
              </a:xfrm>
              <a:prstGeom prst="rect">
                <a:avLst/>
              </a:prstGeom>
              <a:blipFill>
                <a:blip r:embed="rId19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4E69A23-4F48-5A96-F989-E2F20D6A5DA8}"/>
                  </a:ext>
                </a:extLst>
              </p:cNvPr>
              <p:cNvSpPr txBox="1"/>
              <p:nvPr/>
            </p:nvSpPr>
            <p:spPr>
              <a:xfrm>
                <a:off x="7383437" y="1915799"/>
                <a:ext cx="2457917" cy="619016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𝑛𝑒𝑤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𝑜𝑙𝑑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𝑙𝑟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b="1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4E69A23-4F48-5A96-F989-E2F20D6A5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3437" y="1915799"/>
                <a:ext cx="2457917" cy="619016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B7CB3C0-2E2E-4A0E-EAB8-9F167F47416C}"/>
                  </a:ext>
                </a:extLst>
              </p:cNvPr>
              <p:cNvSpPr txBox="1"/>
              <p:nvPr/>
            </p:nvSpPr>
            <p:spPr>
              <a:xfrm>
                <a:off x="7731800" y="480855"/>
                <a:ext cx="3672929" cy="984180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𝒏𝒆𝒘</m:t>
                          </m:r>
                        </m:sub>
                      </m:sSub>
                      <m:r>
                        <a:rPr lang="en-US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𝒐𝒍𝒅</m:t>
                          </m:r>
                        </m:sub>
                      </m:sSub>
                      <m:r>
                        <a:rPr lang="en-US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𝒍𝒓</m:t>
                      </m:r>
                      <m:r>
                        <a:rPr lang="en-US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𝝏</m:t>
                          </m:r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num>
                        <m:den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𝝏</m:t>
                          </m:r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en-US" sz="2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B7CB3C0-2E2E-4A0E-EAB8-9F167F4741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1800" y="480855"/>
                <a:ext cx="3672929" cy="98418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A3392A-FBA0-AFF1-4C45-097A43BF1573}"/>
                  </a:ext>
                </a:extLst>
              </p:cNvPr>
              <p:cNvSpPr txBox="1"/>
              <p:nvPr/>
            </p:nvSpPr>
            <p:spPr>
              <a:xfrm>
                <a:off x="7731800" y="480810"/>
                <a:ext cx="3014864" cy="984180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𝒏𝒆𝒘</m:t>
                          </m:r>
                        </m:sub>
                      </m:sSub>
                      <m:r>
                        <a:rPr lang="en-US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𝒐𝒍𝒅</m:t>
                          </m:r>
                        </m:sub>
                      </m:sSub>
                      <m:r>
                        <a:rPr lang="en-US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𝝏</m:t>
                          </m:r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num>
                        <m:den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𝝏</m:t>
                          </m:r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en-US" sz="2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A3392A-FBA0-AFF1-4C45-097A43BF15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1800" y="480810"/>
                <a:ext cx="3014864" cy="98418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87EEC10-C935-952A-8A56-71FBD8C04319}"/>
                  </a:ext>
                </a:extLst>
              </p:cNvPr>
              <p:cNvSpPr txBox="1"/>
              <p:nvPr/>
            </p:nvSpPr>
            <p:spPr>
              <a:xfrm>
                <a:off x="7227227" y="5188589"/>
                <a:ext cx="2683170" cy="619016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𝑛𝑒𝑤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  <m:r>
                        <a:rPr lang="en-US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𝑜𝑙𝑑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  <m:r>
                        <a:rPr lang="en-US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𝑙𝑟</m:t>
                      </m:r>
                      <m:r>
                        <a:rPr lang="en-US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87EEC10-C935-952A-8A56-71FBD8C04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7227" y="5188589"/>
                <a:ext cx="2683170" cy="619016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Arrow: Right 27">
            <a:extLst>
              <a:ext uri="{FF2B5EF4-FFF2-40B4-BE49-F238E27FC236}">
                <a16:creationId xmlns:a16="http://schemas.microsoft.com/office/drawing/2014/main" id="{5DD47E84-EFBE-D0B5-74CB-1E71A26574B9}"/>
              </a:ext>
            </a:extLst>
          </p:cNvPr>
          <p:cNvSpPr/>
          <p:nvPr/>
        </p:nvSpPr>
        <p:spPr>
          <a:xfrm flipH="1">
            <a:off x="2255519" y="2066240"/>
            <a:ext cx="4795434" cy="385821"/>
          </a:xfrm>
          <a:prstGeom prst="rightArrow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4C446A1E-1ECB-E2C3-859E-C4698E622999}"/>
              </a:ext>
            </a:extLst>
          </p:cNvPr>
          <p:cNvSpPr/>
          <p:nvPr/>
        </p:nvSpPr>
        <p:spPr>
          <a:xfrm flipH="1">
            <a:off x="2255519" y="5317289"/>
            <a:ext cx="4795434" cy="385821"/>
          </a:xfrm>
          <a:prstGeom prst="rightArrow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670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26" grpId="0" animBg="1"/>
      <p:bldP spid="21" grpId="0" animBg="1"/>
      <p:bldP spid="21" grpId="1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17B52-A30E-7312-1CA1-488D7668B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Learning Rate</a:t>
            </a:r>
          </a:p>
        </p:txBody>
      </p:sp>
      <p:pic>
        <p:nvPicPr>
          <p:cNvPr id="7" name="Picture 6" descr="A picture containing chart&#10;&#10;Description automatically generated">
            <a:extLst>
              <a:ext uri="{FF2B5EF4-FFF2-40B4-BE49-F238E27FC236}">
                <a16:creationId xmlns:a16="http://schemas.microsoft.com/office/drawing/2014/main" id="{38A8B29C-CE7D-2C4F-F535-8887D100562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44"/>
          <a:stretch/>
        </p:blipFill>
        <p:spPr>
          <a:xfrm>
            <a:off x="1582883" y="725334"/>
            <a:ext cx="9026234" cy="576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387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17B52-A30E-7312-1CA1-488D7668B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Activation Function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570857B-963B-F51C-968F-FFB447EC5F44}"/>
              </a:ext>
            </a:extLst>
          </p:cNvPr>
          <p:cNvGrpSpPr/>
          <p:nvPr/>
        </p:nvGrpSpPr>
        <p:grpSpPr>
          <a:xfrm>
            <a:off x="1507889" y="1546643"/>
            <a:ext cx="9495647" cy="4646688"/>
            <a:chOff x="1507889" y="1546643"/>
            <a:chExt cx="9495647" cy="46466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A2CC45E-0D83-083B-A7D2-27482241D4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07889" y="1546643"/>
              <a:ext cx="9176222" cy="4502381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AF3D37E-9986-ED2C-2BB7-D58A364192B1}"/>
                </a:ext>
              </a:extLst>
            </p:cNvPr>
            <p:cNvSpPr/>
            <p:nvPr/>
          </p:nvSpPr>
          <p:spPr>
            <a:xfrm>
              <a:off x="9689566" y="5663133"/>
              <a:ext cx="1313970" cy="53019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828932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5B5A6-00B6-AD05-8702-A0FE8FB58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EDA24-A0B7-94F8-4064-5D617BC6D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Activation Function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56A0485-92D8-95ED-81B6-D33E214917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40" b="-2047"/>
          <a:stretch>
            <a:fillRect/>
          </a:stretch>
        </p:blipFill>
        <p:spPr bwMode="auto">
          <a:xfrm>
            <a:off x="3047998" y="1436210"/>
            <a:ext cx="6096000" cy="43528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00936C7-CA66-3B1D-AA8A-43DA6FF53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9007" y="5644301"/>
            <a:ext cx="5473981" cy="654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9096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463C0-896B-E77C-2116-758273F29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steps (training set)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A2B7AF-1482-D472-560D-874EBAC1FC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400" dirty="0"/>
              <a:t>Feed one piece of data (for which you know the desired output)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Calculate the error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Backpropagate the error to all intermediate variables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Update the parameters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Layers vectors cannot be updated but calculating their gradient speeds-up the calculations</a:t>
            </a:r>
          </a:p>
          <a:p>
            <a:r>
              <a:rPr lang="en-US" sz="2400" dirty="0"/>
              <a:t>Every time we feed the network, we get one point of the error function and its local gradient</a:t>
            </a:r>
          </a:p>
          <a:p>
            <a:r>
              <a:rPr lang="en-US" sz="2400" dirty="0"/>
              <a:t>While we could feed the same point until convergence, it is better to feed all our data before showing the same data again</a:t>
            </a:r>
          </a:p>
        </p:txBody>
      </p:sp>
    </p:spTree>
    <p:extLst>
      <p:ext uri="{BB962C8B-B14F-4D97-AF65-F5344CB8AC3E}">
        <p14:creationId xmlns:p14="http://schemas.microsoft.com/office/powerpoint/2010/main" val="35636832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17B52-A30E-7312-1CA1-488D7668B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/ Validation / Testing set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1DC4B2-EA45-67BB-CBD9-96819AE42947}"/>
              </a:ext>
            </a:extLst>
          </p:cNvPr>
          <p:cNvSpPr txBox="1"/>
          <p:nvPr/>
        </p:nvSpPr>
        <p:spPr>
          <a:xfrm>
            <a:off x="838200" y="1690688"/>
            <a:ext cx="1020375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000" dirty="0"/>
              <a:t>1/ The model is initially fit on a </a:t>
            </a:r>
            <a:r>
              <a:rPr lang="en-US" sz="2000" b="1" dirty="0"/>
              <a:t>training data set</a:t>
            </a:r>
            <a:r>
              <a:rPr lang="en-US" sz="2000" dirty="0"/>
              <a:t>, which is a set of examples used to fit the parameters (e.g., weights of connections between neurons in artificial neural networks) of the model.</a:t>
            </a:r>
          </a:p>
          <a:p>
            <a:pPr algn="just"/>
            <a:endParaRPr lang="en-US" sz="2000" dirty="0"/>
          </a:p>
          <a:p>
            <a:pPr algn="just"/>
            <a:r>
              <a:rPr lang="en-US" sz="2000" dirty="0"/>
              <a:t>2/ Successively, the fitted model is used to predict the responses for the observations in a second data set called the </a:t>
            </a:r>
            <a:r>
              <a:rPr lang="en-US" sz="2000" b="1" dirty="0"/>
              <a:t>validation data set</a:t>
            </a:r>
            <a:r>
              <a:rPr lang="en-US" sz="2000" dirty="0"/>
              <a:t>. We get a loss; we change some architectural parameters (like activation function, or number of layers, or number of neurons in a layer), we do step 1/ again, and we see if the validation loss is smaller. If it is, we happy. Though, the loss we get is now biased … because we “learned” from the validation set something.</a:t>
            </a:r>
          </a:p>
          <a:p>
            <a:pPr algn="just"/>
            <a:endParaRPr lang="en-US" sz="2000" dirty="0"/>
          </a:p>
          <a:p>
            <a:pPr algn="just"/>
            <a:r>
              <a:rPr lang="en-US" sz="2000" dirty="0"/>
              <a:t>3/ Finally, the </a:t>
            </a:r>
            <a:r>
              <a:rPr lang="en-US" sz="2000" b="1" dirty="0"/>
              <a:t>test data set </a:t>
            </a:r>
            <a:r>
              <a:rPr lang="en-US" sz="2000" dirty="0"/>
              <a:t>is a data set used to provide an unbiased evaluation of a final model fit on the training data set.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28385967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ECB576E-048A-5CCE-F678-2DB13BA18350}"/>
              </a:ext>
            </a:extLst>
          </p:cNvPr>
          <p:cNvCxnSpPr>
            <a:cxnSpLocks/>
          </p:cNvCxnSpPr>
          <p:nvPr/>
        </p:nvCxnSpPr>
        <p:spPr>
          <a:xfrm>
            <a:off x="1355683" y="2787584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7D484EC-7071-034D-056B-DC04AD2BFF37}"/>
              </a:ext>
            </a:extLst>
          </p:cNvPr>
          <p:cNvCxnSpPr>
            <a:cxnSpLocks/>
          </p:cNvCxnSpPr>
          <p:nvPr/>
        </p:nvCxnSpPr>
        <p:spPr>
          <a:xfrm>
            <a:off x="3452851" y="1960362"/>
            <a:ext cx="0" cy="639446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B71253F9-082B-D7CF-57B0-1C8FF4BC6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Simplest case by hand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28BE80F-B9B6-378B-4CD9-0469DC3236FB}"/>
                  </a:ext>
                </a:extLst>
              </p:cNvPr>
              <p:cNvSpPr txBox="1"/>
              <p:nvPr/>
            </p:nvSpPr>
            <p:spPr>
              <a:xfrm>
                <a:off x="987697" y="2602918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28BE80F-B9B6-378B-4CD9-0469DC3236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697" y="2602918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7A147DD-80B3-B6E2-4F1E-1C171D65D28C}"/>
                  </a:ext>
                </a:extLst>
              </p:cNvPr>
              <p:cNvSpPr txBox="1"/>
              <p:nvPr/>
            </p:nvSpPr>
            <p:spPr>
              <a:xfrm flipH="1">
                <a:off x="3254341" y="2602918"/>
                <a:ext cx="371384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7A147DD-80B3-B6E2-4F1E-1C171D65D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3254341" y="2602918"/>
                <a:ext cx="371384" cy="369332"/>
              </a:xfrm>
              <a:prstGeom prst="rect">
                <a:avLst/>
              </a:prstGeom>
              <a:blipFill>
                <a:blip r:embed="rId4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5412BED-8577-6088-1219-97B6B247DE40}"/>
                  </a:ext>
                </a:extLst>
              </p:cNvPr>
              <p:cNvSpPr txBox="1"/>
              <p:nvPr/>
            </p:nvSpPr>
            <p:spPr>
              <a:xfrm>
                <a:off x="1942650" y="2599808"/>
                <a:ext cx="543739" cy="36933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𝒂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5412BED-8577-6088-1219-97B6B247DE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2650" y="2599808"/>
                <a:ext cx="54373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CDFE45-7C18-2564-6DFE-74D510D7B011}"/>
                  </a:ext>
                </a:extLst>
              </p:cNvPr>
              <p:cNvSpPr txBox="1"/>
              <p:nvPr/>
            </p:nvSpPr>
            <p:spPr>
              <a:xfrm>
                <a:off x="3122504" y="1584810"/>
                <a:ext cx="550151" cy="36933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CDFE45-7C18-2564-6DFE-74D510D7B0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504" y="1584810"/>
                <a:ext cx="550151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0FDE05D-3A31-43AB-BF72-F99F7AC52BA1}"/>
                  </a:ext>
                </a:extLst>
              </p:cNvPr>
              <p:cNvSpPr txBox="1"/>
              <p:nvPr/>
            </p:nvSpPr>
            <p:spPr>
              <a:xfrm>
                <a:off x="2659393" y="3289686"/>
                <a:ext cx="1582484" cy="36933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0FDE05D-3A31-43AB-BF72-F99F7AC52B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9393" y="3289686"/>
                <a:ext cx="1582484" cy="369332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439E26A-E3B7-4B0D-E74E-B2E4DF37795D}"/>
                  </a:ext>
                </a:extLst>
              </p:cNvPr>
              <p:cNvSpPr txBox="1"/>
              <p:nvPr/>
            </p:nvSpPr>
            <p:spPr>
              <a:xfrm>
                <a:off x="5015632" y="1730547"/>
                <a:ext cx="3495188" cy="36933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)−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439E26A-E3B7-4B0D-E74E-B2E4DF377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5632" y="1730547"/>
                <a:ext cx="3495188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BC4CB0E-2BAE-B1FD-D0BE-635625D3CB73}"/>
                  </a:ext>
                </a:extLst>
              </p:cNvPr>
              <p:cNvSpPr txBox="1"/>
              <p:nvPr/>
            </p:nvSpPr>
            <p:spPr>
              <a:xfrm>
                <a:off x="2961610" y="4215261"/>
                <a:ext cx="4108045" cy="943335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C00000"/>
                  </a:solidFill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a:rPr lang="fr-FR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                 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=2</m:t>
                    </m:r>
                    <m:d>
                      <m:dPr>
                        <m:ctrlPr>
                          <a:rPr lang="en-US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)−</m:t>
                        </m:r>
                        <m:sSup>
                          <m:sSupPr>
                            <m:ctrlPr>
                              <a:rPr lang="en-US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BC4CB0E-2BAE-B1FD-D0BE-635625D3CB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1610" y="4215261"/>
                <a:ext cx="4108045" cy="943335"/>
              </a:xfrm>
              <a:prstGeom prst="rect">
                <a:avLst/>
              </a:prstGeom>
              <a:blipFill>
                <a:blip r:embed="rId9"/>
                <a:stretch>
                  <a:fillRect b="-451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982DF95-43A2-9715-1E6B-23A4F9B2CD54}"/>
                  </a:ext>
                </a:extLst>
              </p:cNvPr>
              <p:cNvSpPr txBox="1"/>
              <p:nvPr/>
            </p:nvSpPr>
            <p:spPr>
              <a:xfrm>
                <a:off x="5019486" y="2322757"/>
                <a:ext cx="4677666" cy="943335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)−</m:t>
                                      </m:r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∗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b="0" dirty="0">
                  <a:solidFill>
                    <a:srgbClr val="C00000"/>
                  </a:solidFill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         </a:t>
                </a:r>
                <a14:m>
                  <m:oMath xmlns:m="http://schemas.openxmlformats.org/officeDocument/2006/math">
                    <m:r>
                      <a:rPr lang="fr-FR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                </m:t>
                    </m:r>
                    <m:r>
                      <a:rPr lang="fr-FR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=2∗(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fr-FR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FR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fr-FR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)−</m:t>
                    </m:r>
                    <m:sSup>
                      <m:sSupPr>
                        <m:ctrlPr>
                          <a:rPr lang="en-US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982DF95-43A2-9715-1E6B-23A4F9B2CD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9486" y="2322757"/>
                <a:ext cx="4677666" cy="943335"/>
              </a:xfrm>
              <a:prstGeom prst="rect">
                <a:avLst/>
              </a:prstGeom>
              <a:blipFill>
                <a:blip r:embed="rId10"/>
                <a:stretch>
                  <a:fillRect b="-45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961E32F-DF51-9550-E5C2-B05FAB4C7A93}"/>
                  </a:ext>
                </a:extLst>
              </p:cNvPr>
              <p:cNvSpPr txBox="1"/>
              <p:nvPr/>
            </p:nvSpPr>
            <p:spPr>
              <a:xfrm>
                <a:off x="2961611" y="5420594"/>
                <a:ext cx="4108044" cy="943335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den>
                      </m:f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den>
                      </m:f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C00000"/>
                  </a:solidFill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a:rPr lang="fr-FR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                 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=2</m:t>
                    </m:r>
                    <m:d>
                      <m:dPr>
                        <m:ctrlPr>
                          <a:rPr lang="en-US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)−</m:t>
                        </m:r>
                        <m:sSup>
                          <m:sSupPr>
                            <m:ctrlPr>
                              <a:rPr lang="en-US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961E32F-DF51-9550-E5C2-B05FAB4C7A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1611" y="5420594"/>
                <a:ext cx="4108044" cy="943335"/>
              </a:xfrm>
              <a:prstGeom prst="rect">
                <a:avLst/>
              </a:prstGeom>
              <a:blipFill>
                <a:blip r:embed="rId11"/>
                <a:stretch>
                  <a:fillRect b="-451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2CEDA5B-3AAF-E691-A86A-148E05ED47D5}"/>
              </a:ext>
            </a:extLst>
          </p:cNvPr>
          <p:cNvCxnSpPr>
            <a:cxnSpLocks/>
          </p:cNvCxnSpPr>
          <p:nvPr/>
        </p:nvCxnSpPr>
        <p:spPr>
          <a:xfrm flipV="1">
            <a:off x="3446052" y="2975360"/>
            <a:ext cx="6799" cy="31432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D347750-955C-0E1A-8C05-8626CE02DCD0}"/>
                  </a:ext>
                </a:extLst>
              </p:cNvPr>
              <p:cNvSpPr txBox="1"/>
              <p:nvPr/>
            </p:nvSpPr>
            <p:spPr>
              <a:xfrm>
                <a:off x="7230782" y="4203813"/>
                <a:ext cx="4371453" cy="776559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𝑛𝑒𝑤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𝑜𝑙𝑑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𝑙𝑟</m:t>
                    </m:r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∗</m:t>
                    </m:r>
                    <m:f>
                      <m:fPr>
                        <m:ctrlPr>
                          <a:rPr lang="en-US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r>
                  <a:rPr lang="en-US" i="1" dirty="0">
                    <a:solidFill>
                      <a:schemeClr val="accent4">
                        <a:lumMod val="75000"/>
                      </a:schemeClr>
                    </a:solidFill>
                  </a:rPr>
                  <a:t> </a:t>
                </a:r>
              </a:p>
              <a:p>
                <a:r>
                  <a:rPr lang="en-US" i="1" dirty="0">
                    <a:solidFill>
                      <a:schemeClr val="accent4">
                        <a:lumMod val="75000"/>
                      </a:schemeClr>
                    </a:solidFill>
                  </a:rPr>
                  <a:t>        </a:t>
                </a:r>
                <a:r>
                  <a:rPr lang="en-US" sz="500" i="1" dirty="0">
                    <a:solidFill>
                      <a:schemeClr val="accent4">
                        <a:lumMod val="75000"/>
                      </a:schemeClr>
                    </a:solidFill>
                  </a:rPr>
                  <a:t> </a:t>
                </a:r>
                <a:r>
                  <a:rPr lang="en-US" i="1" dirty="0">
                    <a:solidFill>
                      <a:schemeClr val="accent4">
                        <a:lumMod val="75000"/>
                      </a:schemeClr>
                    </a:solidFill>
                  </a:rPr>
                  <a:t>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𝑜𝑙𝑑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𝑙𝑟</m:t>
                    </m:r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∗2∗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)−</m:t>
                        </m:r>
                        <m:sSup>
                          <m:sSupPr>
                            <m:ctrlPr>
                              <a:rPr lang="en-US" i="1" smtClean="0">
                                <a:solidFill>
                                  <a:schemeClr val="accent4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accent4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accent4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i="1" dirty="0">
                  <a:solidFill>
                    <a:schemeClr val="accent4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D347750-955C-0E1A-8C05-8626CE02D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0782" y="4203813"/>
                <a:ext cx="4371453" cy="776559"/>
              </a:xfrm>
              <a:prstGeom prst="rect">
                <a:avLst/>
              </a:prstGeom>
              <a:blipFill>
                <a:blip r:embed="rId12"/>
                <a:stretch>
                  <a:fillRect b="-551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FEDD175-E987-CF07-6C45-1FDAEA37F7CF}"/>
                  </a:ext>
                </a:extLst>
              </p:cNvPr>
              <p:cNvSpPr txBox="1"/>
              <p:nvPr/>
            </p:nvSpPr>
            <p:spPr>
              <a:xfrm>
                <a:off x="7234592" y="5464923"/>
                <a:ext cx="4015715" cy="776559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𝑛𝑒𝑤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𝑜𝑙𝑑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𝑙𝑟</m:t>
                    </m:r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∗</m:t>
                    </m:r>
                    <m:f>
                      <m:fPr>
                        <m:ctrlPr>
                          <a:rPr lang="en-US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den>
                    </m:f>
                  </m:oMath>
                </a14:m>
                <a:r>
                  <a:rPr lang="en-US" i="1" dirty="0">
                    <a:solidFill>
                      <a:schemeClr val="accent4">
                        <a:lumMod val="75000"/>
                      </a:schemeClr>
                    </a:solidFill>
                  </a:rPr>
                  <a:t> </a:t>
                </a:r>
              </a:p>
              <a:p>
                <a:r>
                  <a:rPr lang="en-US" i="1" dirty="0">
                    <a:solidFill>
                      <a:schemeClr val="accent4">
                        <a:lumMod val="75000"/>
                      </a:schemeClr>
                    </a:solidFill>
                  </a:rPr>
                  <a:t>       </a:t>
                </a:r>
                <a:r>
                  <a:rPr lang="en-US" sz="500" i="1" dirty="0">
                    <a:solidFill>
                      <a:schemeClr val="accent4">
                        <a:lumMod val="75000"/>
                      </a:schemeClr>
                    </a:solidFill>
                  </a:rPr>
                  <a:t> </a:t>
                </a:r>
                <a:r>
                  <a:rPr lang="en-US" i="1" dirty="0">
                    <a:solidFill>
                      <a:schemeClr val="accent4">
                        <a:lumMod val="75000"/>
                      </a:schemeClr>
                    </a:solidFill>
                  </a:rPr>
                  <a:t>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𝑜𝑙𝑑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𝑙𝑟</m:t>
                    </m:r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∗2∗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)−</m:t>
                        </m:r>
                        <m:sSup>
                          <m:sSupPr>
                            <m:ctrlPr>
                              <a:rPr lang="en-US" i="1" smtClean="0">
                                <a:solidFill>
                                  <a:schemeClr val="accent4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accent4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accent4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</m:oMath>
                </a14:m>
                <a:endParaRPr lang="en-US" i="1" dirty="0">
                  <a:solidFill>
                    <a:schemeClr val="accent4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FEDD175-E987-CF07-6C45-1FDAEA37F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4592" y="5464923"/>
                <a:ext cx="4015715" cy="776559"/>
              </a:xfrm>
              <a:prstGeom prst="rect">
                <a:avLst/>
              </a:prstGeom>
              <a:blipFill>
                <a:blip r:embed="rId13"/>
                <a:stretch>
                  <a:fillRect b="-546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7C675F-5CB7-7DAA-E347-7B6F14A7C700}"/>
                  </a:ext>
                </a:extLst>
              </p:cNvPr>
              <p:cNvSpPr txBox="1"/>
              <p:nvPr/>
            </p:nvSpPr>
            <p:spPr>
              <a:xfrm>
                <a:off x="9697152" y="228490"/>
                <a:ext cx="2385651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fr-FR" dirty="0"/>
                  <a:t> -&gt; </a:t>
                </a:r>
                <a:r>
                  <a:rPr lang="fr-FR" dirty="0" err="1"/>
                  <a:t>y_forward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GB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fr-FR" dirty="0"/>
                  <a:t> -&gt; </a:t>
                </a:r>
                <a:r>
                  <a:rPr lang="fr-FR" dirty="0" err="1"/>
                  <a:t>y_train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GB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endParaRPr lang="fr-FR" dirty="0"/>
              </a:p>
              <a:p>
                <a:r>
                  <a:rPr lang="fr-FR" dirty="0" err="1"/>
                  <a:t>We</a:t>
                </a:r>
                <a:r>
                  <a:rPr lang="fr-FR" dirty="0"/>
                  <a:t> omit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endParaRPr lang="fr-FR" dirty="0"/>
              </a:p>
              <a:p>
                <a:endParaRPr lang="fr-FR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n-GB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n-GB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n-GB">
                          <a:latin typeface="Cambria Math" panose="02040503050406030204" pitchFamily="18" charset="0"/>
                        </a:rPr>
                        <m:t>R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7C675F-5CB7-7DAA-E347-7B6F14A7C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7152" y="228490"/>
                <a:ext cx="2385651" cy="1477328"/>
              </a:xfrm>
              <a:prstGeom prst="rect">
                <a:avLst/>
              </a:prstGeom>
              <a:blipFill>
                <a:blip r:embed="rId14"/>
                <a:stretch>
                  <a:fillRect l="-2302" t="-20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A4276D6-D749-BBA6-C675-4162030E132D}"/>
                  </a:ext>
                </a:extLst>
              </p:cNvPr>
              <p:cNvSpPr txBox="1"/>
              <p:nvPr/>
            </p:nvSpPr>
            <p:spPr>
              <a:xfrm>
                <a:off x="9648336" y="2003528"/>
                <a:ext cx="248328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dirty="0" err="1"/>
                  <a:t>We</a:t>
                </a:r>
                <a:r>
                  <a:rPr lang="fr-FR" dirty="0"/>
                  <a:t> can change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fr-FR" dirty="0"/>
                  <a:t> and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A4276D6-D749-BBA6-C675-4162030E13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8336" y="2003528"/>
                <a:ext cx="2483281" cy="369332"/>
              </a:xfrm>
              <a:prstGeom prst="rect">
                <a:avLst/>
              </a:prstGeom>
              <a:blipFill>
                <a:blip r:embed="rId15"/>
                <a:stretch>
                  <a:fillRect l="-2211" t="-10000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999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/>
      <p:bldP spid="1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2465</Words>
  <Application>Microsoft Office PowerPoint</Application>
  <PresentationFormat>Widescreen</PresentationFormat>
  <Paragraphs>369</Paragraphs>
  <Slides>41</Slides>
  <Notes>23</Notes>
  <HiddenSlides>0</HiddenSlides>
  <MMClips>1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9" baseType="lpstr">
      <vt:lpstr>Arial</vt:lpstr>
      <vt:lpstr>Calibri</vt:lpstr>
      <vt:lpstr>Calibri (Body)</vt:lpstr>
      <vt:lpstr>Calibri Light</vt:lpstr>
      <vt:lpstr>Cambria Math</vt:lpstr>
      <vt:lpstr>Söhne</vt:lpstr>
      <vt:lpstr>Ubuntu</vt:lpstr>
      <vt:lpstr>Office Theme</vt:lpstr>
      <vt:lpstr>DL &amp; NLP pour le diagnostic </vt:lpstr>
      <vt:lpstr>Course Structure</vt:lpstr>
      <vt:lpstr>Outline of the class</vt:lpstr>
      <vt:lpstr>Objectives</vt:lpstr>
      <vt:lpstr>Application of DL</vt:lpstr>
      <vt:lpstr>PowerPoint Presentation</vt:lpstr>
      <vt:lpstr>Application of DL</vt:lpstr>
      <vt:lpstr>PowerPoint Presentation</vt:lpstr>
      <vt:lpstr>Application of DL</vt:lpstr>
      <vt:lpstr>Application of DL</vt:lpstr>
      <vt:lpstr>Organisation of the class</vt:lpstr>
      <vt:lpstr>Intro to Deep Learning</vt:lpstr>
      <vt:lpstr>Biological Neuron</vt:lpstr>
      <vt:lpstr>Biological Neuron</vt:lpstr>
      <vt:lpstr>Synaptic integration</vt:lpstr>
      <vt:lpstr>Synaptic integration</vt:lpstr>
      <vt:lpstr>Synaptic integration</vt:lpstr>
      <vt:lpstr>Simulation of a neuron</vt:lpstr>
      <vt:lpstr>Using neurons</vt:lpstr>
      <vt:lpstr>Using neurons</vt:lpstr>
      <vt:lpstr>Using neurons</vt:lpstr>
      <vt:lpstr>Adding complexity: width</vt:lpstr>
      <vt:lpstr>Adding complexity: width</vt:lpstr>
      <vt:lpstr>Adding complexity: depth</vt:lpstr>
      <vt:lpstr>Adding complexity: width &amp; depth</vt:lpstr>
      <vt:lpstr>Adding complexity: width &amp; depth</vt:lpstr>
      <vt:lpstr>Mathematically: layers</vt:lpstr>
      <vt:lpstr>Mathematically: forward</vt:lpstr>
      <vt:lpstr>Mathematically: forward</vt:lpstr>
      <vt:lpstr>Mathematically: forward</vt:lpstr>
      <vt:lpstr>Mathematically: forward</vt:lpstr>
      <vt:lpstr>Mathematical Interlude</vt:lpstr>
      <vt:lpstr>Mathematical Interlude</vt:lpstr>
      <vt:lpstr>Mathematically: backward</vt:lpstr>
      <vt:lpstr>Mathematically: update</vt:lpstr>
      <vt:lpstr>Interlude: Learning Rate</vt:lpstr>
      <vt:lpstr>Interlude: Activation Function</vt:lpstr>
      <vt:lpstr>Interlude: Activation Function</vt:lpstr>
      <vt:lpstr>Training steps (training set)</vt:lpstr>
      <vt:lpstr>Training / Validation / Testing set</vt:lpstr>
      <vt:lpstr>Simplest case by hand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</dc:title>
  <dc:creator>Paul Dubois</dc:creator>
  <cp:lastModifiedBy>Romain Lhotte</cp:lastModifiedBy>
  <cp:revision>150</cp:revision>
  <dcterms:created xsi:type="dcterms:W3CDTF">2022-12-23T13:27:25Z</dcterms:created>
  <dcterms:modified xsi:type="dcterms:W3CDTF">2026-03-06T17:09:26Z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f116e0e-72df-4d64-8d95-ec79a49a5ebe_Enabled">
    <vt:lpwstr>true</vt:lpwstr>
  </property>
  <property fmtid="{D5CDD505-2E9C-101B-9397-08002B2CF9AE}" pid="3" name="MSIP_Label_df116e0e-72df-4d64-8d95-ec79a49a5ebe_SetDate">
    <vt:lpwstr>2025-01-16T16:36:05Z</vt:lpwstr>
  </property>
  <property fmtid="{D5CDD505-2E9C-101B-9397-08002B2CF9AE}" pid="4" name="MSIP_Label_df116e0e-72df-4d64-8d95-ec79a49a5ebe_Method">
    <vt:lpwstr>Standard</vt:lpwstr>
  </property>
  <property fmtid="{D5CDD505-2E9C-101B-9397-08002B2CF9AE}" pid="5" name="MSIP_Label_df116e0e-72df-4d64-8d95-ec79a49a5ebe_Name">
    <vt:lpwstr>Internal</vt:lpwstr>
  </property>
  <property fmtid="{D5CDD505-2E9C-101B-9397-08002B2CF9AE}" pid="6" name="MSIP_Label_df116e0e-72df-4d64-8d95-ec79a49a5ebe_SiteId">
    <vt:lpwstr>efa39904-64bd-4449-9e11-a0567cf564b6</vt:lpwstr>
  </property>
  <property fmtid="{D5CDD505-2E9C-101B-9397-08002B2CF9AE}" pid="7" name="MSIP_Label_df116e0e-72df-4d64-8d95-ec79a49a5ebe_ActionId">
    <vt:lpwstr>7ccb4095-0e64-4caa-94c9-9556e7e9b8a6</vt:lpwstr>
  </property>
  <property fmtid="{D5CDD505-2E9C-101B-9397-08002B2CF9AE}" pid="8" name="MSIP_Label_df116e0e-72df-4d64-8d95-ec79a49a5ebe_ContentBits">
    <vt:lpwstr>2</vt:lpwstr>
  </property>
  <property fmtid="{D5CDD505-2E9C-101B-9397-08002B2CF9AE}" pid="9" name="ClassificationContentMarkingFooterLocations">
    <vt:lpwstr>Office Theme:8</vt:lpwstr>
  </property>
  <property fmtid="{D5CDD505-2E9C-101B-9397-08002B2CF9AE}" pid="10" name="ClassificationContentMarkingFooterText">
    <vt:lpwstr>Internal</vt:lpwstr>
  </property>
</Properties>
</file>