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64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1024-bit vector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1024-bit register is just a long row of bits</a:t>
            </a:r>
          </a:p>
          <a:p>
            <a:r>
              <a:t>It contains many smaller numbers packed next to each other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numbers are stored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188720"/>
            <a:ext cx="8686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[ bits of int 0 ][ bits of int 1 ][ bits of int 2 ] ... </a:t>
            </a:r>
            <a:r>
              <a:rPr lang="en-GB" dirty="0"/>
              <a:t>[ bits of int 30 ]</a:t>
            </a:r>
            <a:r>
              <a:rPr dirty="0"/>
              <a:t>[ bits of int 31 ]</a:t>
            </a:r>
          </a:p>
          <a:p>
            <a:endParaRPr dirty="0"/>
          </a:p>
          <a:p>
            <a:r>
              <a:rPr dirty="0"/>
              <a:t>Each block = 32 bits = one integer</a:t>
            </a:r>
          </a:p>
          <a:p>
            <a:r>
              <a:rPr dirty="0"/>
              <a:t>All blocks together = 1024 bits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input registers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188720"/>
            <a:ext cx="3237553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Register A:</a:t>
            </a:r>
          </a:p>
          <a:p>
            <a:r>
              <a:rPr dirty="0"/>
              <a:t>[A0][A1][A2] ... [A31]</a:t>
            </a:r>
          </a:p>
          <a:p>
            <a:endParaRPr dirty="0"/>
          </a:p>
          <a:p>
            <a:r>
              <a:rPr dirty="0"/>
              <a:t>Register B:</a:t>
            </a:r>
          </a:p>
          <a:p>
            <a:r>
              <a:rPr dirty="0"/>
              <a:t>[B0][B1][B2] ... [B31]</a:t>
            </a:r>
          </a:p>
          <a:p>
            <a:endParaRPr dirty="0"/>
          </a:p>
          <a:p>
            <a:r>
              <a:rPr dirty="0"/>
              <a:t>Each [A</a:t>
            </a:r>
            <a:r>
              <a:rPr lang="en-GB" dirty="0"/>
              <a:t>X</a:t>
            </a:r>
            <a:r>
              <a:rPr dirty="0"/>
              <a:t>] or [B</a:t>
            </a:r>
            <a:r>
              <a:rPr lang="en-GB" dirty="0"/>
              <a:t>X</a:t>
            </a:r>
            <a:r>
              <a:rPr dirty="0"/>
              <a:t>] = 32-bit integer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addition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188720"/>
            <a:ext cx="3811749" cy="3693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0000"/>
                </a:solidFill>
              </a:rPr>
              <a:t>One</a:t>
            </a:r>
            <a:r>
              <a:rPr dirty="0"/>
              <a:t> vector ADD instruction:</a:t>
            </a:r>
          </a:p>
          <a:p>
            <a:endParaRPr dirty="0"/>
          </a:p>
          <a:p>
            <a:r>
              <a:rPr dirty="0"/>
              <a:t>[A0][A1][A2] ... [A31]</a:t>
            </a:r>
          </a:p>
          <a:p>
            <a:r>
              <a:rPr dirty="0"/>
              <a:t>+</a:t>
            </a:r>
          </a:p>
          <a:p>
            <a:r>
              <a:rPr dirty="0"/>
              <a:t>[B0][B1][B2] ... [B31]</a:t>
            </a:r>
          </a:p>
          <a:p>
            <a:r>
              <a:rPr dirty="0"/>
              <a:t>=</a:t>
            </a:r>
          </a:p>
          <a:p>
            <a:r>
              <a:rPr dirty="0"/>
              <a:t>[C0][C1][C2] ... [C31]</a:t>
            </a:r>
          </a:p>
          <a:p>
            <a:endParaRPr dirty="0"/>
          </a:p>
          <a:p>
            <a:r>
              <a:rPr dirty="0"/>
              <a:t>All additions happen at the same time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Instead of doing:</a:t>
            </a:r>
          </a:p>
          <a:p>
            <a:r>
              <a:rPr lang="en-GB" dirty="0"/>
              <a:t>for </a:t>
            </a:r>
            <a:r>
              <a:rPr lang="en-GB" dirty="0" err="1"/>
              <a:t>i</a:t>
            </a:r>
            <a:r>
              <a:rPr lang="en-GB" dirty="0"/>
              <a:t> in range(32):</a:t>
            </a:r>
          </a:p>
          <a:p>
            <a:r>
              <a:rPr lang="en-GB" dirty="0"/>
              <a:t>	c[</a:t>
            </a:r>
            <a:r>
              <a:rPr lang="en-GB" dirty="0" err="1"/>
              <a:t>i</a:t>
            </a:r>
            <a:r>
              <a:rPr lang="en-GB" dirty="0"/>
              <a:t>] = a[</a:t>
            </a:r>
            <a:r>
              <a:rPr lang="en-GB" dirty="0" err="1"/>
              <a:t>i</a:t>
            </a:r>
            <a:r>
              <a:rPr lang="en-GB" dirty="0"/>
              <a:t>] + b[</a:t>
            </a:r>
            <a:r>
              <a:rPr lang="en-GB" dirty="0" err="1"/>
              <a:t>i</a:t>
            </a:r>
            <a:r>
              <a:rPr lang="en-GB" dirty="0"/>
              <a:t>]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4704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The big register is NOT one big number</a:t>
            </a:r>
          </a:p>
          <a:p>
            <a:endParaRPr dirty="0"/>
          </a:p>
          <a:p>
            <a:r>
              <a:rPr dirty="0"/>
              <a:t>It is many small numbers placed side by side</a:t>
            </a:r>
          </a:p>
          <a:p>
            <a:endParaRPr dirty="0"/>
          </a:p>
          <a:p>
            <a:r>
              <a:rPr dirty="0"/>
              <a:t>Vectorization = processing all of them at once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Of course, doing one addition between two 32-bit registers is faster than doing one addition between two 1024-bit registers. However, doing 32 32-bit registers additions is slower than 1 1024-bit register addition.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39327-B7F1-801F-A9BC-DB3652230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0D78-C80B-326F-8C4B-DECEE7C0D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CPU VS GPU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3E79C9-0A1F-B942-1A93-9CE27EA26060}"/>
              </a:ext>
            </a:extLst>
          </p:cNvPr>
          <p:cNvSpPr txBox="1"/>
          <p:nvPr/>
        </p:nvSpPr>
        <p:spPr>
          <a:xfrm>
            <a:off x="258266" y="1371600"/>
            <a:ext cx="86693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This is called VECTORIZATION.</a:t>
            </a:r>
          </a:p>
          <a:p>
            <a:r>
              <a:rPr lang="en-GB" dirty="0"/>
              <a:t>This happens in your CPU.</a:t>
            </a:r>
          </a:p>
          <a:p>
            <a:r>
              <a:rPr lang="en-GB" dirty="0"/>
              <a:t>It’s SIMD (Single Instruction Multiple Data).</a:t>
            </a:r>
          </a:p>
          <a:p>
            <a:endParaRPr lang="en-GB" dirty="0"/>
          </a:p>
          <a:p>
            <a:r>
              <a:rPr lang="en-GB" dirty="0"/>
              <a:t>Your GPU is NOT just that but with super big registers.</a:t>
            </a:r>
          </a:p>
          <a:p>
            <a:r>
              <a:rPr lang="en-GB" dirty="0"/>
              <a:t>It’s actually something a little bit different called SIMT (Single Instruction Multiple Threads).</a:t>
            </a:r>
          </a:p>
          <a:p>
            <a:r>
              <a:rPr lang="en-GB" dirty="0"/>
              <a:t>But that’s the same IDEA.</a:t>
            </a:r>
          </a:p>
        </p:txBody>
      </p:sp>
    </p:spTree>
    <p:extLst>
      <p:ext uri="{BB962C8B-B14F-4D97-AF65-F5344CB8AC3E}">
        <p14:creationId xmlns:p14="http://schemas.microsoft.com/office/powerpoint/2010/main" val="558801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308</Words>
  <Application>Microsoft Office PowerPoint</Application>
  <PresentationFormat>On-screen Show (4:3)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1024-bit vector register</vt:lpstr>
      <vt:lpstr>How numbers are stored</vt:lpstr>
      <vt:lpstr>Two input registers</vt:lpstr>
      <vt:lpstr>Vector addition</vt:lpstr>
      <vt:lpstr>Key idea</vt:lpstr>
      <vt:lpstr>CPU VS GPU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Romain Lhotte</cp:lastModifiedBy>
  <cp:revision>2</cp:revision>
  <dcterms:created xsi:type="dcterms:W3CDTF">2013-01-27T09:14:16Z</dcterms:created>
  <dcterms:modified xsi:type="dcterms:W3CDTF">2026-01-09T18:20:23Z</dcterms:modified>
  <cp:category/>
</cp:coreProperties>
</file>